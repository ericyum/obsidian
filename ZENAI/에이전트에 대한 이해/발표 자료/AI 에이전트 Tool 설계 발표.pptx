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9499eef88c4b6d" /><Relationship Type="http://schemas.openxmlformats.org/officeDocument/2006/relationships/extended-properties" Target="/docProps/app.xml" Id="R5b1ce914aa784119" /><Relationship Type="http://schemas.openxmlformats.org/officeDocument/2006/relationships/officeDocument" Target="/ppt/presentation.xml" Id="R30c887b1817e419d" /></Relationships>
</file>

<file path=ppt/presentation.xml><?xml version="1.0" encoding="utf-8"?>
<p:presentation xmlns:p="http://schemas.openxmlformats.org/presentationml/2006/main">
  <p:sldMasterIdLst>
    <p:sldMasterId xmlns:r="http://schemas.openxmlformats.org/officeDocument/2006/relationships" id="2147483648" r:id="R09db94dfad3c4270"/>
  </p:sldMasterIdLst>
  <p:notesMasterIdLst>
    <p:notesMasterId xmlns:r="http://schemas.openxmlformats.org/officeDocument/2006/relationships" r:id="R80a4da82a204470d"/>
  </p:notesMasterIdLst>
  <p:sldIdLst>
    <p:sldId xmlns:r="http://schemas.openxmlformats.org/officeDocument/2006/relationships" id="256" r:id="R5048c3af051a4f0c"/>
    <p:sldId xmlns:r="http://schemas.openxmlformats.org/officeDocument/2006/relationships" id="257" r:id="R3134205d10024fe9"/>
    <p:sldId xmlns:r="http://schemas.openxmlformats.org/officeDocument/2006/relationships" id="258" r:id="R0e5745aef7a44b79"/>
    <p:sldId xmlns:r="http://schemas.openxmlformats.org/officeDocument/2006/relationships" id="259" r:id="R48fe3ae7182d4a51"/>
    <p:sldId xmlns:r="http://schemas.openxmlformats.org/officeDocument/2006/relationships" id="260" r:id="R37aec729460442f2"/>
    <p:sldId xmlns:r="http://schemas.openxmlformats.org/officeDocument/2006/relationships" id="261" r:id="R4a7ab60344d74a6c"/>
    <p:sldId xmlns:r="http://schemas.openxmlformats.org/officeDocument/2006/relationships" id="262" r:id="R1ef244a4a1264e2d"/>
    <p:sldId xmlns:r="http://schemas.openxmlformats.org/officeDocument/2006/relationships" id="263" r:id="R084871c2baf041f0"/>
    <p:sldId xmlns:r="http://schemas.openxmlformats.org/officeDocument/2006/relationships" id="264" r:id="R11cdd1dd6445490d"/>
    <p:sldId xmlns:r="http://schemas.openxmlformats.org/officeDocument/2006/relationships" id="265" r:id="R6af5580ce95e4352"/>
    <p:sldId xmlns:r="http://schemas.openxmlformats.org/officeDocument/2006/relationships" id="266" r:id="R80eb3053d38f4a29"/>
    <p:sldId xmlns:r="http://schemas.openxmlformats.org/officeDocument/2006/relationships" id="267" r:id="R73c895c0aa634d83"/>
    <p:sldId xmlns:r="http://schemas.openxmlformats.org/officeDocument/2006/relationships" id="268" r:id="R7c66610d36d84e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9ee6d7854549e3" /><Relationship Type="http://schemas.openxmlformats.org/officeDocument/2006/relationships/slideMaster" Target="/ppt/slideMasters/slideMaster1.xml" Id="R09db94dfad3c4270" /><Relationship Type="http://schemas.openxmlformats.org/officeDocument/2006/relationships/notesMaster" Target="/ppt/notesMasters/notesMaster1.xml" Id="R80a4da82a204470d" /><Relationship Type="http://schemas.openxmlformats.org/officeDocument/2006/relationships/presProps" Target="/ppt/presProps.xml" Id="R1ba7718b0ed24324" /><Relationship Type="http://schemas.openxmlformats.org/officeDocument/2006/relationships/tableStyles" Target="/ppt/tableStyles.xml" Id="R6413b495685a4a1f" /><Relationship Type="http://schemas.openxmlformats.org/officeDocument/2006/relationships/slide" Target="/ppt/slides/slide1.xml" Id="R5048c3af051a4f0c" /><Relationship Type="http://schemas.openxmlformats.org/officeDocument/2006/relationships/slide" Target="/ppt/slides/slide2.xml" Id="R3134205d10024fe9" /><Relationship Type="http://schemas.openxmlformats.org/officeDocument/2006/relationships/slide" Target="/ppt/slides/slide3.xml" Id="R0e5745aef7a44b79" /><Relationship Type="http://schemas.openxmlformats.org/officeDocument/2006/relationships/slide" Target="/ppt/slides/slide4.xml" Id="R48fe3ae7182d4a51" /><Relationship Type="http://schemas.openxmlformats.org/officeDocument/2006/relationships/slide" Target="/ppt/slides/slide5.xml" Id="R37aec729460442f2" /><Relationship Type="http://schemas.openxmlformats.org/officeDocument/2006/relationships/slide" Target="/ppt/slides/slide6.xml" Id="R4a7ab60344d74a6c" /><Relationship Type="http://schemas.openxmlformats.org/officeDocument/2006/relationships/slide" Target="/ppt/slides/slide7.xml" Id="R1ef244a4a1264e2d" /><Relationship Type="http://schemas.openxmlformats.org/officeDocument/2006/relationships/slide" Target="/ppt/slides/slide8.xml" Id="R084871c2baf041f0" /><Relationship Type="http://schemas.openxmlformats.org/officeDocument/2006/relationships/slide" Target="/ppt/slides/slide9.xml" Id="R11cdd1dd6445490d" /><Relationship Type="http://schemas.openxmlformats.org/officeDocument/2006/relationships/slide" Target="/ppt/slides/slide10.xml" Id="R6af5580ce95e4352" /><Relationship Type="http://schemas.openxmlformats.org/officeDocument/2006/relationships/slide" Target="/ppt/slides/slide11.xml" Id="R80eb3053d38f4a29" /><Relationship Type="http://schemas.openxmlformats.org/officeDocument/2006/relationships/slide" Target="/ppt/slides/slide12.xml" Id="R73c895c0aa634d83" /><Relationship Type="http://schemas.openxmlformats.org/officeDocument/2006/relationships/slide" Target="/ppt/slides/slide13.xml" Id="R7c66610d36d84e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39b60412c34a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d3fe6a85c44f8f" /><Relationship Type="http://schemas.openxmlformats.org/officeDocument/2006/relationships/notesMaster" Target="/ppt/notesMasters/notesMaster1.xml" Id="R07c2d2e3526b4c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ebb56321bb4284" /><Relationship Type="http://schemas.openxmlformats.org/officeDocument/2006/relationships/notesMaster" Target="/ppt/notesMasters/notesMaster1.xml" Id="Rc3b732ecdf4c49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d3869b8bd041ce" /><Relationship Type="http://schemas.openxmlformats.org/officeDocument/2006/relationships/notesMaster" Target="/ppt/notesMasters/notesMaster1.xml" Id="Rd121ef4518c74a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78f429213b4ca3" /><Relationship Type="http://schemas.openxmlformats.org/officeDocument/2006/relationships/notesMaster" Target="/ppt/notesMasters/notesMaster1.xml" Id="Rcc7185566bb14cf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24b8cd51b74866" /><Relationship Type="http://schemas.openxmlformats.org/officeDocument/2006/relationships/notesMaster" Target="/ppt/notesMasters/notesMaster1.xml" Id="R08b382a1ab674b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5ca123a2754eaf" /><Relationship Type="http://schemas.openxmlformats.org/officeDocument/2006/relationships/notesMaster" Target="/ppt/notesMasters/notesMaster1.xml" Id="R4a548bc2b4ac42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66d69e7cfe41ce" /><Relationship Type="http://schemas.openxmlformats.org/officeDocument/2006/relationships/notesMaster" Target="/ppt/notesMasters/notesMaster1.xml" Id="Rbea6fb8a366d46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22154f055c4273" /><Relationship Type="http://schemas.openxmlformats.org/officeDocument/2006/relationships/notesMaster" Target="/ppt/notesMasters/notesMaster1.xml" Id="Re392a121be894d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528742b41e4b6c" /><Relationship Type="http://schemas.openxmlformats.org/officeDocument/2006/relationships/notesMaster" Target="/ppt/notesMasters/notesMaster1.xml" Id="R8f162afd537f4d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bc66b3e4414d01" /><Relationship Type="http://schemas.openxmlformats.org/officeDocument/2006/relationships/notesMaster" Target="/ppt/notesMasters/notesMaster1.xml" Id="Re90bec7287ec4e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5dc5b67ec44a9d" /><Relationship Type="http://schemas.openxmlformats.org/officeDocument/2006/relationships/notesMaster" Target="/ppt/notesMasters/notesMaster1.xml" Id="Re2f4284242c0459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54f3f47680c446b" /><Relationship Type="http://schemas.openxmlformats.org/officeDocument/2006/relationships/notesMaster" Target="/ppt/notesMasters/notesMaster1.xml" Id="R331647afbacd48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db11af91c1441f9" /><Relationship Type="http://schemas.openxmlformats.org/officeDocument/2006/relationships/notesMaster" Target="/ppt/notesMasters/notesMaster1.xml" Id="R423e7a27edca41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 발표의 질문은 단순합니다. LLM에게 API를 몇 개 붙이면 에이전트가 되는가, 그리고 실제 프로젝트에서 그 Tool을 어떻게 설계해야 하는가입니다. 먼저 에이전트의 정의를 짧게 정리하고, Loop·Compact·Tool·Sub-agent의 관계를 본 다음, 발표의 중심인 Tool 선택과 안전한 연결 방법으로 들어가겠습니다.</a:t>
            </a:r>
          </a:p>
          <a:p xmlns:a="http://schemas.openxmlformats.org/drawingml/2006/main">
            <a:r>
              <a:t/>
            </a:r>
          </a:p>
          <a:p xmlns:a="http://schemas.openxmlformats.org/drawingml/2006/main">
            <a:r>
              <a:t>[Sources]</a:t>
            </a:r>
          </a:p>
          <a:p xmlns:a="http://schemas.openxmlformats.org/drawingml/2006/main">
            <a:r>
              <a:t>- https://arxiv.org/abs/2210.03629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에이전트는 LLM의 다른 이름이 아닙니다. LLM은 문장을 이해하고 다음 행동을 제안하는 판단 엔진입니다. 에이전트는 여기에 목표, 상태, Tool, 실행 결과, 권한과 종료 조건을 결합한 시스템입니다. 따라서 좋은 모델 하나를 고르는 것만으로는 충분하지 않습니다. 무엇을 보고, 어떤 행동을 허용하며, 언제 멈추는지를 시스템 차원에서 설계해야 합니다.</a:t>
            </a:r>
          </a:p>
          <a:p xmlns:a="http://schemas.openxmlformats.org/drawingml/2006/main">
            <a:r>
              <a:t/>
            </a:r>
          </a:p>
          <a:p xmlns:a="http://schemas.openxmlformats.org/drawingml/2006/main">
            <a:r>
              <a:t>[Sources]</a:t>
            </a:r>
          </a:p>
          <a:p xmlns:a="http://schemas.openxmlformats.org/drawingml/2006/main">
            <a:r>
              <a:t>- https://arxiv.org/abs/2210.03629</a:t>
            </a:r>
          </a:p>
          <a:p xmlns:a="http://schemas.openxmlformats.org/drawingml/2006/main">
            <a:r>
              <a:t>- https://arxiv.org/abs/2302.04761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네 가지를 제품 이름이 아니라 실행 방식으로 구분해야 합니다. 대화가 길다고 에이전트는 아닙니다. 워크플로에도 LLM이 들어갈 수 있지만 경로가 고정돼 있다면 여전히 워크플로입니다. 에이전트의 핵심은 관찰 결과에 따라 검색할지, 질문할지, Tool을 부를지, 멈출지를 선택하는 것입니다. 그리고 모든 문제를 에이전트로 만들 필요는 없습니다. 경로가 확정된 과정은 코드로 고정하는 편이 더 안전합니다.</a:t>
            </a:r>
          </a:p>
          <a:p xmlns:a="http://schemas.openxmlformats.org/drawingml/2006/main">
            <a:r>
              <a:t/>
            </a:r>
          </a:p>
          <a:p xmlns:a="http://schemas.openxmlformats.org/drawingml/2006/main">
            <a:r>
              <a:t>[Sources]</a:t>
            </a:r>
          </a:p>
          <a:p xmlns:a="http://schemas.openxmlformats.org/drawingml/2006/main">
            <a:r>
              <a:t>- https://arxiv.org/abs/2210.03629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에이전트의 내부를 다섯 단계로 단순화할 수 있습니다. 목표와 제약을 확인하고, 현재 상태를 관찰하고, 다음 행동을 고릅니다. Tool이 필요하면 모델은 호출 요청과 인자를 만들지만 실제 권한과 Schema 검증은 서버가 합니다. 결과가 돌아오면 목표 달성 여부를 다시 판단합니다. 이때 반드시 반복 횟수, 비용, 시간, 중복 행동, 사람 승인과 종료 조건이 있어야 합니다. 자율성은 무한 반복이 아니라 통제된 분기입니다.</a:t>
            </a:r>
          </a:p>
          <a:p xmlns:a="http://schemas.openxmlformats.org/drawingml/2006/main">
            <a:r>
              <a:t/>
            </a:r>
          </a:p>
          <a:p xmlns:a="http://schemas.openxmlformats.org/drawingml/2006/main">
            <a:r>
              <a:t>[Sources]</a:t>
            </a:r>
          </a:p>
          <a:p xmlns:a="http://schemas.openxmlformats.org/drawingml/2006/main">
            <a:r>
              <a:t>- https://arxiv.org/abs/2210.03629</a:t>
            </a:r>
          </a:p>
          <a:p xmlns:a="http://schemas.openxmlformats.org/drawingml/2006/main">
            <a:r>
              <a:t>- https://developers.openai.com/api/docs/guides/function-calling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요소를 각각 하나의 설계 질문으로 기억하면 쉽습니다. Loop는 언제 멈추는가, Compact는 무엇을 보존하는가, Tool은 무엇을 실행하게 하는가, Sub-agent는 무엇을 위임하고 누가 검증하는가입니다. 상위 에이전트에 비싼 모델, 하위 에이전트에 싼 모델을 쓰는 구조는 가능하지만 비용 배치는 두 번째 문제입니다. 먼저 역할과 권한, 결과 계약, 검증 책임이 분리돼야 합니다. 오늘은 이 중 실제 세계에 영향을 주는 Tool을 집중해서 보겠습니다.</a:t>
            </a:r>
          </a:p>
          <a:p xmlns:a="http://schemas.openxmlformats.org/drawingml/2006/main">
            <a:r>
              <a:t/>
            </a:r>
          </a:p>
          <a:p xmlns:a="http://schemas.openxmlformats.org/drawingml/2006/main">
            <a:r>
              <a:t>[Sources]</a:t>
            </a:r>
          </a:p>
          <a:p xmlns:a="http://schemas.openxmlformats.org/drawingml/2006/main">
            <a:r>
              <a:t>- https://arxiv.org/abs/2210.03629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Tool은 단순히 호출 가능한 함수가 아닙니다. 왼쪽은 모델이 읽는 선택 인터페이스입니다. 이름, Description, Schema를 보고 어떤 능력인지 판단합니다. 가운데에서 모델은 Tool 이름과 인자를 구조화해 요청합니다. 오른쪽은 서버의 실행 인터페이스입니다. 인증 사용자와 권한을 확인하고, 입력을 검증하고, 실제 함수를 실행하고, 오류와 로그를 남깁니다. 모델은 요청할 뿐이며, 실행 권한을 스스로 부여해서는 안 됩니다.</a:t>
            </a:r>
          </a:p>
          <a:p xmlns:a="http://schemas.openxmlformats.org/drawingml/2006/main">
            <a:r>
              <a:t/>
            </a:r>
          </a:p>
          <a:p xmlns:a="http://schemas.openxmlformats.org/drawingml/2006/main">
            <a:r>
              <a:t>[Sources]</a:t>
            </a:r>
          </a:p>
          <a:p xmlns:a="http://schemas.openxmlformats.org/drawingml/2006/main">
            <a:r>
              <a:t>- https://developers.openai.com/api/docs/guides/function-calling</a:t>
            </a:r>
          </a:p>
          <a:p xmlns:a="http://schemas.openxmlformats.org/drawingml/2006/main">
            <a:r>
              <a:t>- https://learn.microsoft.com/en-us/semantic-kernel/concepts/plugins/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 하나는 검색이나 조회처럼 한 가지 능력입니다. Toolkit은 회의, 문서, 일정처럼 관련 Tool을 묶은 그룹입니다. 사용자의 질문이 회의 영역이라면 회의 Toolkit 안에서만 후보를 비교하게 할 수 있습니다. 다만 이것을 항상 별도의 LLM 라우팅 단계로 만들 필요는 없습니다. Tool이 몇 개뿐이면 정의를 모두 제공하고 직접 선택하게 하는 것이 더 단순합니다. Tool 수가 늘어 선택 오류와 토큰 비용이 커질 때 Toolkit과 권한으로 1차 필터링합니다.</a:t>
            </a:r>
          </a:p>
          <a:p xmlns:a="http://schemas.openxmlformats.org/drawingml/2006/main">
            <a:r>
              <a:t/>
            </a:r>
          </a:p>
          <a:p xmlns:a="http://schemas.openxmlformats.org/drawingml/2006/main">
            <a:r>
              <a:t>[Sources]</a:t>
            </a:r>
          </a:p>
          <a:p xmlns:a="http://schemas.openxmlformats.org/drawingml/2006/main">
            <a:r>
              <a:t>- https://learn.microsoft.com/en-us/semantic-kernel/concepts/plugins/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사용자의 질문과 Tool Description을 비교하는 것은 세 번째 단계입니다. 먼저 외부 정보나 행동이 필요한지 판단해야 합니다. 그다음 현재 사용자가 접근할 수 있는 도메인과 Toolkit을 좁힙니다. 이후 Description과 Schema를 바탕으로 후보를 만들고, 현재 상태에서 최종 Tool과 인자를 고릅니다. 마지막으로 서버가 인증, 권한, Schema와 정책을 검증합니다. 즉 선택 정확도와 실행 안전성은 별개의 문제이고 둘 다 필요합니다.</a:t>
            </a:r>
          </a:p>
          <a:p xmlns:a="http://schemas.openxmlformats.org/drawingml/2006/main">
            <a:r>
              <a:t/>
            </a:r>
          </a:p>
          <a:p xmlns:a="http://schemas.openxmlformats.org/drawingml/2006/main">
            <a:r>
              <a:t>[Sources]</a:t>
            </a:r>
          </a:p>
          <a:p xmlns:a="http://schemas.openxmlformats.org/drawingml/2006/main">
            <a:r>
              <a:t>- https://developers.openai.com/api/docs/guides/function-calling</a:t>
            </a:r>
          </a:p>
          <a:p xmlns:a="http://schemas.openxmlformats.org/drawingml/2006/main">
            <a:r>
              <a:t>- https://aclanthology.org/2024.lrec-main.1413/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Tool이 많아지면 모든 Description과 Schema를 매번 프롬프트에 넣기 어렵습니다. 그래서 오프라인에서 Tool 문서를 임베딩해 벡터 인덱스를 만들고, 런타임에는 사용자 목표와 현재 계획을 임베딩해 가까운 후보 Top-K를 찾습니다. 그러나 가장 가까운 Tool이 정답이라는 보장은 없습니다. 의미가 비슷해도 권한, 현재 상태, 위험도, 필수 인자가 다를 수 있기 때문입니다. 따라서 하이브리드 검색과 재랭킹 또는 LLM의 최종 판단, 그리고 서버 검증이 필요합니다.</a:t>
            </a:r>
          </a:p>
          <a:p xmlns:a="http://schemas.openxmlformats.org/drawingml/2006/main">
            <a:r>
              <a:t/>
            </a:r>
          </a:p>
          <a:p xmlns:a="http://schemas.openxmlformats.org/drawingml/2006/main">
            <a:r>
              <a:t>[Sources]</a:t>
            </a:r>
          </a:p>
          <a:p xmlns:a="http://schemas.openxmlformats.org/drawingml/2006/main">
            <a:r>
              <a:t>- https://aclanthology.org/2025.findings-acl.1258/</a:t>
            </a:r>
          </a:p>
          <a:p xmlns:a="http://schemas.openxmlformats.org/drawingml/2006/main">
            <a:r>
              <a:t>- https://aclanthology.org/2024.lrec-main.1413/</a:t>
            </a:r>
          </a:p>
          <a:p xmlns:a="http://schemas.openxmlformats.org/drawingml/2006/main">
            <a:r>
              <a:t>- https://learn.microsoft.com/en-us/semantic-kernel/frameworks/agent/agent-contextual-function-selection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좋은 Tool의 첫 조건은 모델이 업무 단위로 이해할 수 있는 경계입니다. 기존의 범용 API를 그대로 붙이면 인자가 너무 많고 여러 목적이 섞입니다. 읽기와 쓰기는 분리하고, 쓰기는 미리보기와 승인, 멱등성 키를 둡니다. Schema는 설명을 실행 가능한 제약으로 바꾸며, 출력은 다음 판단에 필요한 구조만 제공해야 합니다. 오류도 단순 문자열이 아니라 재시도, 다른 Tool, 사용자 확인, 중단 중 무엇을 해야 하는지 구분할 수 있어야 합니다.</a:t>
            </a:r>
          </a:p>
          <a:p xmlns:a="http://schemas.openxmlformats.org/drawingml/2006/main">
            <a:r>
              <a:t/>
            </a:r>
          </a:p>
          <a:p xmlns:a="http://schemas.openxmlformats.org/drawingml/2006/main">
            <a:r>
              <a:t>[Sources]</a:t>
            </a:r>
          </a:p>
          <a:p xmlns:a="http://schemas.openxmlformats.org/drawingml/2006/main">
            <a:r>
              <a:t>- https://developers.openai.com/api/docs/guides/function-calling</a:t>
            </a:r>
          </a:p>
          <a:p xmlns:a="http://schemas.openxmlformats.org/drawingml/2006/main">
            <a:r>
              <a:t>- https://learn.microsoft.com/en-us/semantic-kernel/concepts/plugins/adding-native-plugins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Description은 기능을 멋지게 소개하는 마케팅 문구가 아닙니다. 모델이 언제 이 Tool을 선택하고 언제 선택하지 않을지 경계를 만드는 문장입니다. 가장 실용적인 공식은 무엇, 언제, 언제 아님, 중요 입력, 출력과 오류입니다. 특히 비슷한 Tool끼리는 금지 조건을 대칭적으로 적습니다. 회의 검색 Tool은 본문 조회에 쓰지 않는다고 쓰고, 회의록 조회 Tool은 회의 후보 찾기에 쓰지 않는다고 쓰는 방식입니다. 설명 변경은 프롬프트 변경이므로 실제 평가 세트로 버전 관리해야 합니다.</a:t>
            </a:r>
          </a:p>
          <a:p xmlns:a="http://schemas.openxmlformats.org/drawingml/2006/main">
            <a:r>
              <a:t/>
            </a:r>
          </a:p>
          <a:p xmlns:a="http://schemas.openxmlformats.org/drawingml/2006/main">
            <a:r>
              <a:t>[Sources]</a:t>
            </a:r>
          </a:p>
          <a:p xmlns:a="http://schemas.openxmlformats.org/drawingml/2006/main">
            <a:r>
              <a:t>- https://aclanthology.org/2025.emnlp-main.1060/</a:t>
            </a:r>
          </a:p>
          <a:p xmlns:a="http://schemas.openxmlformats.org/drawingml/2006/main">
            <a:r>
              <a:t>- https://aclanthology.org/2025.findings-acl.1347/</a:t>
            </a:r>
          </a:p>
          <a:p xmlns:a="http://schemas.openxmlformats.org/drawingml/2006/main">
            <a:r>
              <a:t>- https://developers.openai.com/api/docs/guides/latest-model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 AI의 첫 버전은 Tool Retrieval이나 Sub-agent부터 만들 필요가 없습니다. 읽기 Tool 세 개만 직접 제공합니다. 먼저 접근 가능한 회의를 찾고, 선택된 회의의 확정 회의록을 읽고, 회의록 근거가 부족할 때만 같은 회의의 전사 구간을 검색합니다. 인증 사용자와 tenant는 모델이 만들지 않고 서버 세션에서 주입합니다. 모든 조회에는 행 단위 권한과 감사 로그를 적용합니다. 게시 기능은 Q&amp;A가 안정된 뒤 미리보기, 사람 승인, 실제 게시를 분리해 추가합니다.</a:t>
            </a:r>
          </a:p>
          <a:p xmlns:a="http://schemas.openxmlformats.org/drawingml/2006/main">
            <a:r>
              <a:t/>
            </a:r>
          </a:p>
          <a:p xmlns:a="http://schemas.openxmlformats.org/drawingml/2006/main">
            <a:r>
              <a:t>[Sources]</a:t>
            </a:r>
          </a:p>
          <a:p xmlns:a="http://schemas.openxmlformats.org/drawingml/2006/main">
            <a:r>
              <a:t>- https://developers.openai.com/api/docs/guides/agent-builder-safety</a:t>
            </a:r>
          </a:p>
          <a:p xmlns:a="http://schemas.openxmlformats.org/drawingml/2006/main">
            <a:r>
              <a:t>- https://arxiv.org/abs/2406.13352</a:t>
            </a:r>
          </a:p>
          <a:p xmlns:a="http://schemas.openxmlformats.org/drawingml/2006/main">
            <a:r>
              <a:t>- https://developers.openai.com/api/docs/guides/function-calling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마지막으로 한 문장만 기억하면 됩니다. 좋은 Tool은 모델이 쉽게 고르고, 서버가 안전하게 거부하며, 팀이 실제 결과로 개선할 수 있어야 합니다. 구현 순서는 권한이 내장된 데이터 접근 함수, 읽기 Tool 세 개, 선택과 인자와 권한 평가, 실패 데이터를 이용한 개선입니다. 처음부터 거대한 에이전트 플랫폼을 만드는 것이 아니라 작은 Tool 집합으로 정확성과 안전성을 측정한 뒤 필요한 구조만 추가하는 것이 이번 설계의 결론입니다.</a:t>
            </a:r>
          </a:p>
          <a:p xmlns:a="http://schemas.openxmlformats.org/drawingml/2006/main">
            <a:r>
              <a:t/>
            </a:r>
          </a:p>
          <a:p xmlns:a="http://schemas.openxmlformats.org/drawingml/2006/main">
            <a:r>
              <a:t>[Sources]</a:t>
            </a:r>
          </a:p>
          <a:p xmlns:a="http://schemas.openxmlformats.org/drawingml/2006/main">
            <a:r>
              <a:t>- https://developers.openai.com/api/docs/guides/function-calling</a:t>
            </a:r>
          </a:p>
          <a:p xmlns:a="http://schemas.openxmlformats.org/drawingml/2006/main">
            <a:r>
              <a:t>- https://developers.openai.com/api/docs/guides/agent-builder-safety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3bbb2d66df4e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f643ff465f4db4" /><Relationship Type="http://schemas.openxmlformats.org/officeDocument/2006/relationships/slideLayout" Target="/ppt/slideLayouts/slideLayout1.xml" Id="R7831333397454a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31333397454a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8f8c01da29458d" /><Relationship Type="http://schemas.openxmlformats.org/officeDocument/2006/relationships/notesSlide" Target="/ppt/notesSlides/notesSlide1.xml" Id="Rbb602a6bf32242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80687675b4246b2" /><Relationship Type="http://schemas.openxmlformats.org/officeDocument/2006/relationships/notesSlide" Target="/ppt/notesSlides/notesSlide2.xml" Id="R033b50790cc741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69bc6b7d74f4a8b" /><Relationship Type="http://schemas.openxmlformats.org/officeDocument/2006/relationships/notesSlide" Target="/ppt/notesSlides/notesSlide3.xml" Id="R4db254cf06a749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4b9f9201264933" /><Relationship Type="http://schemas.openxmlformats.org/officeDocument/2006/relationships/notesSlide" Target="/ppt/notesSlides/notesSlide4.xml" Id="R9f39363d448e4c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d558b9094e94db2" /><Relationship Type="http://schemas.openxmlformats.org/officeDocument/2006/relationships/notesSlide" Target="/ppt/notesSlides/notesSlide5.xml" Id="R4e5609444ce643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c6bc1ec96e4c50" /><Relationship Type="http://schemas.openxmlformats.org/officeDocument/2006/relationships/notesSlide" Target="/ppt/notesSlides/notesSlide6.xml" Id="R07eb0387143d4e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9623c54cee64e51" /><Relationship Type="http://schemas.openxmlformats.org/officeDocument/2006/relationships/notesSlide" Target="/ppt/notesSlides/notesSlide7.xml" Id="Re65ff547abcd4f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db54dcb2b014aef" /><Relationship Type="http://schemas.openxmlformats.org/officeDocument/2006/relationships/notesSlide" Target="/ppt/notesSlides/notesSlide8.xml" Id="R301722b634734a3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f915a8689624667" /><Relationship Type="http://schemas.openxmlformats.org/officeDocument/2006/relationships/notesSlide" Target="/ppt/notesSlides/notesSlide9.xml" Id="R18594dc80c6342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41ee0ee53674479" /><Relationship Type="http://schemas.openxmlformats.org/officeDocument/2006/relationships/notesSlide" Target="/ppt/notesSlides/notesSlide10.xml" Id="Ra8c96762775f4fd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2e7f2e266f24bc8" /><Relationship Type="http://schemas.openxmlformats.org/officeDocument/2006/relationships/notesSlide" Target="/ppt/notesSlides/notesSlide11.xml" Id="Rf2d732b6cea04b3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b77061b03ac4aec" /><Relationship Type="http://schemas.openxmlformats.org/officeDocument/2006/relationships/notesSlide" Target="/ppt/notesSlides/notesSlide12.xml" Id="Rc8b7c21ad11040a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739bde4935d4e87" /><Relationship Type="http://schemas.openxmlformats.org/officeDocument/2006/relationships/notesSlide" Target="/ppt/notesSlides/notesSlide13.xml" Id="R6f79eadaad3c4b6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E52248-8B3E-47B0-B8BC-05780875A974}"/>
              </a:ext>
            </a:extLst>
          </p:cNvPr>
          <p:cNvSpPr>
            <a:spLocks xmlns:a="http://schemas.openxmlformats.org/drawingml/2006/main" noGrp="1"/>
          </p:cNvSpPr>
          <p:nvPr/>
        </p:nvSpPr>
        <p:spPr>
          <a:xfrm xmlns:a="http://schemas.openxmlformats.org/drawingml/2006/main">
            <a:off x="400050" y="381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AI AGENT · TOOL DESIGN</a:t>
            </a:r>
          </a:p>
        </p:txBody>
      </p:sp>
      <p:sp>
        <p:nvSpPr>
          <p:cNvPr id="2" name="">
            <a:extLst xmlns:a="http://schemas.openxmlformats.org/drawingml/2006/main">
              <a:ext uri="{FF2B5EF4-FFF2-40B4-BE49-F238E27FC236}">
                <a16:creationId xmlns:a16="http://schemas.microsoft.com/office/drawing/2014/main" id="{75817BE3-84FA-4845-B917-4A05E8D78703}"/>
              </a:ext>
            </a:extLst>
          </p:cNvPr>
          <p:cNvSpPr>
            <a:spLocks xmlns:a="http://schemas.openxmlformats.org/drawingml/2006/main" noGrp="1"/>
          </p:cNvSpPr>
          <p:nvPr/>
        </p:nvSpPr>
        <p:spPr>
          <a:xfrm xmlns:a="http://schemas.openxmlformats.org/drawingml/2006/main">
            <a:off x="400050" y="1447800"/>
            <a:ext cx="7905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100" b="1">
                <a:solidFill>
                  <a:srgbClr val="000000"/>
                </a:solidFill>
                <a:latin typeface="Malgun Gothic"/>
                <a:ea typeface="Malgun Gothic"/>
                <a:cs typeface="Malgun Gothic"/>
              </a:defRPr>
            </a:pPr>
            <a:r>
              <a:rPr sz="5100" b="1">
                <a:solidFill>
                  <a:srgbClr val="000000"/>
                </a:solidFill>
                <a:latin typeface="Malgun Gothic"/>
                <a:ea typeface="Malgun Gothic"/>
                <a:cs typeface="Malgun Gothic"/>
              </a:rPr>
              <a:t>AI 에이전트의 판단을</a:t>
            </a:r>
          </a:p>
          <a:p xmlns:a="http://schemas.openxmlformats.org/drawingml/2006/main">
            <a:pPr algn="l">
              <a:defRPr sz="5100" b="1">
                <a:solidFill>
                  <a:srgbClr val="000000"/>
                </a:solidFill>
                <a:latin typeface="Malgun Gothic"/>
                <a:ea typeface="Malgun Gothic"/>
                <a:cs typeface="Malgun Gothic"/>
              </a:defRPr>
            </a:pPr>
            <a:r>
              <a:rPr sz="5100" b="1">
                <a:solidFill>
                  <a:srgbClr val="000000"/>
                </a:solidFill>
                <a:latin typeface="Malgun Gothic"/>
                <a:ea typeface="Malgun Gothic"/>
                <a:cs typeface="Malgun Gothic"/>
              </a:rPr>
              <a:t>안전한 행동으로 연결하는 법</a:t>
            </a:r>
          </a:p>
        </p:txBody>
      </p:sp>
      <p:sp>
        <p:nvSpPr>
          <p:cNvPr id="3" name="">
            <a:extLst xmlns:a="http://schemas.openxmlformats.org/drawingml/2006/main">
              <a:ext uri="{FF2B5EF4-FFF2-40B4-BE49-F238E27FC236}">
                <a16:creationId xmlns:a16="http://schemas.microsoft.com/office/drawing/2014/main" id="{BA4B8C16-EF13-402F-AC20-6FC60F24A8E0}"/>
              </a:ext>
            </a:extLst>
          </p:cNvPr>
          <p:cNvSpPr>
            <a:spLocks xmlns:a="http://schemas.openxmlformats.org/drawingml/2006/main" noGrp="1"/>
          </p:cNvSpPr>
          <p:nvPr/>
        </p:nvSpPr>
        <p:spPr>
          <a:xfrm xmlns:a="http://schemas.openxmlformats.org/drawingml/2006/main">
            <a:off x="400050" y="3733800"/>
            <a:ext cx="11391900" cy="28575"/>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37CD87D-2256-4BD8-9979-7110DF855EAB}"/>
              </a:ext>
            </a:extLst>
          </p:cNvPr>
          <p:cNvSpPr>
            <a:spLocks xmlns:a="http://schemas.openxmlformats.org/drawingml/2006/main" noGrp="1"/>
          </p:cNvSpPr>
          <p:nvPr/>
        </p:nvSpPr>
        <p:spPr>
          <a:xfrm xmlns:a="http://schemas.openxmlformats.org/drawingml/2006/main">
            <a:off x="400050" y="40957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5D6470"/>
                </a:solidFill>
                <a:latin typeface="Malgun Gothic"/>
                <a:ea typeface="Malgun Gothic"/>
                <a:cs typeface="Malgun Gothic"/>
              </a:defRPr>
            </a:pPr>
            <a:r>
              <a:rPr sz="1875" b="0">
                <a:solidFill>
                  <a:srgbClr val="5D6470"/>
                </a:solidFill>
                <a:latin typeface="Malgun Gothic"/>
                <a:ea typeface="Malgun Gothic"/>
                <a:cs typeface="Malgun Gothic"/>
              </a:rPr>
              <a:t>정의 → 핵심 요소 → Tool 선택 → 설계·권한 → ZEN AI 적용</a:t>
            </a:r>
          </a:p>
        </p:txBody>
      </p:sp>
      <p:sp>
        <p:nvSpPr>
          <p:cNvPr id="5" name="">
            <a:extLst xmlns:a="http://schemas.openxmlformats.org/drawingml/2006/main">
              <a:ext uri="{FF2B5EF4-FFF2-40B4-BE49-F238E27FC236}">
                <a16:creationId xmlns:a16="http://schemas.microsoft.com/office/drawing/2014/main" id="{88018A7C-8C10-49F8-B06F-E6B31F946577}"/>
              </a:ext>
            </a:extLst>
          </p:cNvPr>
          <p:cNvSpPr>
            <a:spLocks xmlns:a="http://schemas.openxmlformats.org/drawingml/2006/main" noGrp="1"/>
          </p:cNvSpPr>
          <p:nvPr/>
        </p:nvSpPr>
        <p:spPr>
          <a:xfrm xmlns:a="http://schemas.openxmlformats.org/drawingml/2006/main">
            <a:off x="400050" y="6143625"/>
            <a:ext cx="590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5D6470"/>
                </a:solidFill>
                <a:latin typeface="Malgun Gothic"/>
                <a:ea typeface="Malgun Gothic"/>
                <a:cs typeface="Malgun Gothic"/>
              </a:defRPr>
            </a:pPr>
            <a:r>
              <a:rPr sz="1125" b="1">
                <a:solidFill>
                  <a:srgbClr val="5D6470"/>
                </a:solidFill>
                <a:latin typeface="Malgun Gothic"/>
                <a:ea typeface="Malgun Gothic"/>
                <a:cs typeface="Malgun Gothic"/>
              </a:rPr>
              <a:t>13 SLIDES  /  TOOL-CENTRIC DESIGN</a:t>
            </a:r>
          </a:p>
        </p:txBody>
      </p:sp>
    </p:spTree>
    <p:extLst>
      <p:ext uri="{BB962C8B-B14F-4D97-AF65-F5344CB8AC3E}">
        <p14:creationId xmlns:p14="http://schemas.microsoft.com/office/powerpoint/2010/main" val="7162942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8152649-5379-466A-AF0C-9FA95460926C}"/>
              </a:ext>
            </a:extLst>
          </p:cNvPr>
          <p:cNvSpPr>
            <a:spLocks xmlns:a="http://schemas.openxmlformats.org/drawingml/2006/main" noGrp="1"/>
          </p:cNvSpPr>
          <p:nvPr/>
        </p:nvSpPr>
        <p:spPr>
          <a:xfrm xmlns:a="http://schemas.openxmlformats.org/drawingml/2006/main">
            <a:off x="400050" y="2095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Malgun Gothic"/>
                <a:ea typeface="Malgun Gothic"/>
                <a:cs typeface="Malgun Gothic"/>
              </a:defRPr>
            </a:pPr>
            <a:r>
              <a:rPr sz="1050" b="1">
                <a:solidFill>
                  <a:srgbClr val="3D8DFF"/>
                </a:solidFill>
                <a:latin typeface="Malgun Gothic"/>
                <a:ea typeface="Malgun Gothic"/>
                <a:cs typeface="Malgun Gothic"/>
              </a:rPr>
              <a:t>AI AGENT DESIGN</a:t>
            </a:r>
          </a:p>
        </p:txBody>
      </p:sp>
      <p:sp>
        <p:nvSpPr>
          <p:cNvPr id="2" name="">
            <a:extLst xmlns:a="http://schemas.openxmlformats.org/drawingml/2006/main">
              <a:ext uri="{FF2B5EF4-FFF2-40B4-BE49-F238E27FC236}">
                <a16:creationId xmlns:a16="http://schemas.microsoft.com/office/drawing/2014/main" id="{B58EC71B-39FB-4C60-BF58-1B60D189F0C3}"/>
              </a:ext>
            </a:extLst>
          </p:cNvPr>
          <p:cNvSpPr>
            <a:spLocks xmlns:a="http://schemas.openxmlformats.org/drawingml/2006/main" noGrp="1"/>
          </p:cNvSpPr>
          <p:nvPr/>
        </p:nvSpPr>
        <p:spPr>
          <a:xfrm xmlns:a="http://schemas.openxmlformats.org/drawingml/2006/main">
            <a:off x="390525" y="457200"/>
            <a:ext cx="11410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000000"/>
                </a:solidFill>
                <a:latin typeface="Malgun Gothic"/>
                <a:ea typeface="Malgun Gothic"/>
                <a:cs typeface="Malgun Gothic"/>
              </a:defRPr>
            </a:pPr>
            <a:r>
              <a:rPr sz="3450" b="1">
                <a:solidFill>
                  <a:srgbClr val="000000"/>
                </a:solidFill>
                <a:latin typeface="Malgun Gothic"/>
                <a:ea typeface="Malgun Gothic"/>
                <a:cs typeface="Malgun Gothic"/>
              </a:rPr>
              <a:t>에이전트는 ‘답변’이 아니라 ‘다음 행동’을 선택한다</a:t>
            </a:r>
          </a:p>
        </p:txBody>
      </p:sp>
      <p:sp>
        <p:nvSpPr>
          <p:cNvPr id="3" name="">
            <a:extLst xmlns:a="http://schemas.openxmlformats.org/drawingml/2006/main">
              <a:ext uri="{FF2B5EF4-FFF2-40B4-BE49-F238E27FC236}">
                <a16:creationId xmlns:a16="http://schemas.microsoft.com/office/drawing/2014/main" id="{BE423AAE-EA7F-4D40-8CDF-EBCC912FD033}"/>
              </a:ext>
            </a:extLst>
          </p:cNvPr>
          <p:cNvSpPr>
            <a:spLocks xmlns:a="http://schemas.openxmlformats.org/drawingml/2006/main" noGrp="1"/>
          </p:cNvSpPr>
          <p:nvPr/>
        </p:nvSpPr>
        <p:spPr>
          <a:xfrm xmlns:a="http://schemas.openxmlformats.org/drawingml/2006/main">
            <a:off x="11277600" y="63341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D6470"/>
                </a:solidFill>
                <a:latin typeface="Malgun Gothic"/>
                <a:ea typeface="Malgun Gothic"/>
                <a:cs typeface="Malgun Gothic"/>
              </a:defRPr>
            </a:pPr>
            <a:r>
              <a:rPr sz="1050" b="0">
                <a:solidFill>
                  <a:srgbClr val="5D6470"/>
                </a:solidFill>
                <a:latin typeface="Malgun Gothic"/>
                <a:ea typeface="Malgun Gothic"/>
                <a:cs typeface="Malgun Gothic"/>
              </a:rPr>
              <a:t>02</a:t>
            </a:r>
          </a:p>
        </p:txBody>
      </p:sp>
      <p:sp>
        <p:nvSpPr>
          <p:cNvPr id="4" name="">
            <a:extLst xmlns:a="http://schemas.openxmlformats.org/drawingml/2006/main">
              <a:ext uri="{FF2B5EF4-FFF2-40B4-BE49-F238E27FC236}">
                <a16:creationId xmlns:a16="http://schemas.microsoft.com/office/drawing/2014/main" id="{B47C9392-EE46-455A-81F1-32C4843C9661}"/>
              </a:ext>
            </a:extLst>
          </p:cNvPr>
          <p:cNvSpPr>
            <a:spLocks xmlns:a="http://schemas.openxmlformats.org/drawingml/2006/main" noGrp="1"/>
          </p:cNvSpPr>
          <p:nvPr/>
        </p:nvSpPr>
        <p:spPr>
          <a:xfrm xmlns:a="http://schemas.openxmlformats.org/drawingml/2006/main">
            <a:off x="400050" y="143827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3D8DFF"/>
                </a:solidFill>
                <a:latin typeface="Malgun Gothic"/>
                <a:ea typeface="Malgun Gothic"/>
                <a:cs typeface="Malgun Gothic"/>
              </a:defRPr>
            </a:pPr>
            <a:r>
              <a:rPr sz="2400" b="1">
                <a:solidFill>
                  <a:srgbClr val="3D8DFF"/>
                </a:solidFill>
                <a:latin typeface="Malgun Gothic"/>
                <a:ea typeface="Malgun Gothic"/>
                <a:cs typeface="Malgun Gothic"/>
              </a:rPr>
              <a:t>AI 에이전트</a:t>
            </a:r>
          </a:p>
        </p:txBody>
      </p:sp>
      <p:sp>
        <p:nvSpPr>
          <p:cNvPr id="5" name="">
            <a:extLst xmlns:a="http://schemas.openxmlformats.org/drawingml/2006/main">
              <a:ext uri="{FF2B5EF4-FFF2-40B4-BE49-F238E27FC236}">
                <a16:creationId xmlns:a16="http://schemas.microsoft.com/office/drawing/2014/main" id="{04521BE4-8ADF-406A-8BE7-C7E825BBBF63}"/>
              </a:ext>
            </a:extLst>
          </p:cNvPr>
          <p:cNvSpPr>
            <a:spLocks xmlns:a="http://schemas.openxmlformats.org/drawingml/2006/main" noGrp="1"/>
          </p:cNvSpPr>
          <p:nvPr/>
        </p:nvSpPr>
        <p:spPr>
          <a:xfrm xmlns:a="http://schemas.openxmlformats.org/drawingml/2006/main">
            <a:off x="400050" y="2000250"/>
            <a:ext cx="6667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000000"/>
                </a:solidFill>
                <a:latin typeface="Malgun Gothic"/>
                <a:ea typeface="Malgun Gothic"/>
                <a:cs typeface="Malgun Gothic"/>
              </a:defRPr>
            </a:pPr>
            <a:r>
              <a:rPr sz="2400" b="1">
                <a:solidFill>
                  <a:srgbClr val="000000"/>
                </a:solidFill>
                <a:latin typeface="Malgun Gothic"/>
                <a:ea typeface="Malgun Gothic"/>
                <a:cs typeface="Malgun Gothic"/>
              </a:rPr>
              <a:t>목표와 현재 상태를 기준으로 다음 행동을 고르고,</a:t>
            </a:r>
          </a:p>
          <a:p xmlns:a="http://schemas.openxmlformats.org/drawingml/2006/main">
            <a:pPr algn="l">
              <a:defRPr sz="2400" b="1">
                <a:solidFill>
                  <a:srgbClr val="000000"/>
                </a:solidFill>
                <a:latin typeface="Malgun Gothic"/>
                <a:ea typeface="Malgun Gothic"/>
                <a:cs typeface="Malgun Gothic"/>
              </a:defRPr>
            </a:pPr>
            <a:r>
              <a:rPr sz="2400" b="1">
                <a:solidFill>
                  <a:srgbClr val="000000"/>
                </a:solidFill>
                <a:latin typeface="Malgun Gothic"/>
                <a:ea typeface="Malgun Gothic"/>
                <a:cs typeface="Malgun Gothic"/>
              </a:rPr>
              <a:t>실행 결과를 다시 관찰해 경로를 수정하는 통제된 시스템</a:t>
            </a:r>
          </a:p>
        </p:txBody>
      </p:sp>
      <p:sp>
        <p:nvSpPr>
          <p:cNvPr id="6" name="">
            <a:extLst xmlns:a="http://schemas.openxmlformats.org/drawingml/2006/main">
              <a:ext uri="{FF2B5EF4-FFF2-40B4-BE49-F238E27FC236}">
                <a16:creationId xmlns:a16="http://schemas.microsoft.com/office/drawing/2014/main" id="{57BDE460-0181-414B-8DB4-DB8D9C9F7E38}"/>
              </a:ext>
            </a:extLst>
          </p:cNvPr>
          <p:cNvSpPr>
            <a:spLocks xmlns:a="http://schemas.openxmlformats.org/drawingml/2006/main" noGrp="1"/>
          </p:cNvSpPr>
          <p:nvPr/>
        </p:nvSpPr>
        <p:spPr>
          <a:xfrm xmlns:a="http://schemas.openxmlformats.org/drawingml/2006/main">
            <a:off x="7677150" y="1438275"/>
            <a:ext cx="4114800" cy="1438275"/>
          </a:xfrm>
          <a:prstGeom xmlns:a="http://schemas.openxmlformats.org/drawingml/2006/main" prst="roundRect">
            <a:avLst>
              <a:gd name="adj" fmla="val 7947"/>
            </a:avLst>
          </a:prstGeom>
          <a:solidFill xmlns:a="http://schemas.openxmlformats.org/drawingml/2006/main">
            <a:srgbClr val="F2F2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EA539A7-3257-4F94-B214-A3627A44AD6B}"/>
              </a:ext>
            </a:extLst>
          </p:cNvPr>
          <p:cNvSpPr>
            <a:spLocks xmlns:a="http://schemas.openxmlformats.org/drawingml/2006/main" noGrp="1"/>
          </p:cNvSpPr>
          <p:nvPr/>
        </p:nvSpPr>
        <p:spPr>
          <a:xfrm xmlns:a="http://schemas.openxmlformats.org/drawingml/2006/main">
            <a:off x="7905750" y="1628775"/>
            <a:ext cx="365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01</a:t>
            </a:r>
          </a:p>
        </p:txBody>
      </p:sp>
      <p:sp>
        <p:nvSpPr>
          <p:cNvPr id="8" name="">
            <a:extLst xmlns:a="http://schemas.openxmlformats.org/drawingml/2006/main">
              <a:ext uri="{FF2B5EF4-FFF2-40B4-BE49-F238E27FC236}">
                <a16:creationId xmlns:a16="http://schemas.microsoft.com/office/drawing/2014/main" id="{2A728DFF-4457-495B-B972-DE773A6212C0}"/>
              </a:ext>
            </a:extLst>
          </p:cNvPr>
          <p:cNvSpPr>
            <a:spLocks xmlns:a="http://schemas.openxmlformats.org/drawingml/2006/main" noGrp="1"/>
          </p:cNvSpPr>
          <p:nvPr/>
        </p:nvSpPr>
        <p:spPr>
          <a:xfrm xmlns:a="http://schemas.openxmlformats.org/drawingml/2006/main">
            <a:off x="7905750" y="1905000"/>
            <a:ext cx="3657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latin typeface="Malgun Gothic"/>
                <a:ea typeface="Malgun Gothic"/>
                <a:cs typeface="Malgun Gothic"/>
              </a:defRPr>
            </a:pPr>
            <a:r>
              <a:rPr sz="2100" b="1">
                <a:solidFill>
                  <a:srgbClr val="000000"/>
                </a:solidFill>
                <a:latin typeface="Malgun Gothic"/>
                <a:ea typeface="Malgun Gothic"/>
                <a:cs typeface="Malgun Gothic"/>
              </a:rPr>
              <a:t>판단</a:t>
            </a:r>
          </a:p>
        </p:txBody>
      </p:sp>
      <p:sp>
        <p:nvSpPr>
          <p:cNvPr id="9" name="">
            <a:extLst xmlns:a="http://schemas.openxmlformats.org/drawingml/2006/main">
              <a:ext uri="{FF2B5EF4-FFF2-40B4-BE49-F238E27FC236}">
                <a16:creationId xmlns:a16="http://schemas.microsoft.com/office/drawing/2014/main" id="{70FE8832-9D27-416A-B234-5DFB29FE5FB1}"/>
              </a:ext>
            </a:extLst>
          </p:cNvPr>
          <p:cNvSpPr>
            <a:spLocks xmlns:a="http://schemas.openxmlformats.org/drawingml/2006/main" noGrp="1"/>
          </p:cNvSpPr>
          <p:nvPr/>
        </p:nvSpPr>
        <p:spPr>
          <a:xfrm xmlns:a="http://schemas.openxmlformats.org/drawingml/2006/main">
            <a:off x="7905750" y="2333625"/>
            <a:ext cx="3657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D6470"/>
                </a:solidFill>
                <a:latin typeface="Malgun Gothic"/>
                <a:ea typeface="Malgun Gothic"/>
                <a:cs typeface="Malgun Gothic"/>
              </a:defRPr>
            </a:pPr>
            <a:r>
              <a:rPr sz="1500" b="0">
                <a:solidFill>
                  <a:srgbClr val="5D6470"/>
                </a:solidFill>
                <a:latin typeface="Malgun Gothic"/>
                <a:ea typeface="Malgun Gothic"/>
                <a:cs typeface="Malgun Gothic"/>
              </a:rPr>
              <a:t>목표 · 상태 · 다음 행동</a:t>
            </a:r>
          </a:p>
        </p:txBody>
      </p:sp>
      <p:sp>
        <p:nvSpPr>
          <p:cNvPr id="10" name="">
            <a:extLst xmlns:a="http://schemas.openxmlformats.org/drawingml/2006/main">
              <a:ext uri="{FF2B5EF4-FFF2-40B4-BE49-F238E27FC236}">
                <a16:creationId xmlns:a16="http://schemas.microsoft.com/office/drawing/2014/main" id="{09723A34-2B9A-435C-87EF-66064D013F5E}"/>
              </a:ext>
            </a:extLst>
          </p:cNvPr>
          <p:cNvSpPr>
            <a:spLocks xmlns:a="http://schemas.openxmlformats.org/drawingml/2006/main" noGrp="1"/>
          </p:cNvSpPr>
          <p:nvPr/>
        </p:nvSpPr>
        <p:spPr>
          <a:xfrm xmlns:a="http://schemas.openxmlformats.org/drawingml/2006/main">
            <a:off x="7677150" y="3038475"/>
            <a:ext cx="4114800" cy="1438275"/>
          </a:xfrm>
          <a:prstGeom xmlns:a="http://schemas.openxmlformats.org/drawingml/2006/main" prst="roundRect">
            <a:avLst>
              <a:gd name="adj" fmla="val 7947"/>
            </a:avLst>
          </a:prstGeom>
          <a:solidFill xmlns:a="http://schemas.openxmlformats.org/drawingml/2006/main">
            <a:srgbClr val="F2F2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A4F8CBD-D169-4218-B78C-DA4A3EDAA293}"/>
              </a:ext>
            </a:extLst>
          </p:cNvPr>
          <p:cNvSpPr>
            <a:spLocks xmlns:a="http://schemas.openxmlformats.org/drawingml/2006/main" noGrp="1"/>
          </p:cNvSpPr>
          <p:nvPr/>
        </p:nvSpPr>
        <p:spPr>
          <a:xfrm xmlns:a="http://schemas.openxmlformats.org/drawingml/2006/main">
            <a:off x="7905750" y="3228975"/>
            <a:ext cx="365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02</a:t>
            </a:r>
          </a:p>
        </p:txBody>
      </p:sp>
      <p:sp>
        <p:nvSpPr>
          <p:cNvPr id="12" name="">
            <a:extLst xmlns:a="http://schemas.openxmlformats.org/drawingml/2006/main">
              <a:ext uri="{FF2B5EF4-FFF2-40B4-BE49-F238E27FC236}">
                <a16:creationId xmlns:a16="http://schemas.microsoft.com/office/drawing/2014/main" id="{9EE9F166-5574-42C6-AC4B-9E813424B795}"/>
              </a:ext>
            </a:extLst>
          </p:cNvPr>
          <p:cNvSpPr>
            <a:spLocks xmlns:a="http://schemas.openxmlformats.org/drawingml/2006/main" noGrp="1"/>
          </p:cNvSpPr>
          <p:nvPr/>
        </p:nvSpPr>
        <p:spPr>
          <a:xfrm xmlns:a="http://schemas.openxmlformats.org/drawingml/2006/main">
            <a:off x="7905750" y="3505200"/>
            <a:ext cx="3657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latin typeface="Malgun Gothic"/>
                <a:ea typeface="Malgun Gothic"/>
                <a:cs typeface="Malgun Gothic"/>
              </a:defRPr>
            </a:pPr>
            <a:r>
              <a:rPr sz="2100" b="1">
                <a:solidFill>
                  <a:srgbClr val="000000"/>
                </a:solidFill>
                <a:latin typeface="Malgun Gothic"/>
                <a:ea typeface="Malgun Gothic"/>
                <a:cs typeface="Malgun Gothic"/>
              </a:rPr>
              <a:t>행동</a:t>
            </a:r>
          </a:p>
        </p:txBody>
      </p:sp>
      <p:sp>
        <p:nvSpPr>
          <p:cNvPr id="13" name="">
            <a:extLst xmlns:a="http://schemas.openxmlformats.org/drawingml/2006/main">
              <a:ext uri="{FF2B5EF4-FFF2-40B4-BE49-F238E27FC236}">
                <a16:creationId xmlns:a16="http://schemas.microsoft.com/office/drawing/2014/main" id="{9C7E7394-F49E-4B9B-81E1-6E8B2C00692A}"/>
              </a:ext>
            </a:extLst>
          </p:cNvPr>
          <p:cNvSpPr>
            <a:spLocks xmlns:a="http://schemas.openxmlformats.org/drawingml/2006/main" noGrp="1"/>
          </p:cNvSpPr>
          <p:nvPr/>
        </p:nvSpPr>
        <p:spPr>
          <a:xfrm xmlns:a="http://schemas.openxmlformats.org/drawingml/2006/main">
            <a:off x="7905750" y="3933825"/>
            <a:ext cx="3657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D6470"/>
                </a:solidFill>
                <a:latin typeface="Malgun Gothic"/>
                <a:ea typeface="Malgun Gothic"/>
                <a:cs typeface="Malgun Gothic"/>
              </a:defRPr>
            </a:pPr>
            <a:r>
              <a:rPr sz="1500" b="0">
                <a:solidFill>
                  <a:srgbClr val="5D6470"/>
                </a:solidFill>
                <a:latin typeface="Malgun Gothic"/>
                <a:ea typeface="Malgun Gothic"/>
                <a:cs typeface="Malgun Gothic"/>
              </a:rPr>
              <a:t>Tool · 외부 시스템 · 실행</a:t>
            </a:r>
          </a:p>
        </p:txBody>
      </p:sp>
      <p:sp>
        <p:nvSpPr>
          <p:cNvPr id="14" name="">
            <a:extLst xmlns:a="http://schemas.openxmlformats.org/drawingml/2006/main">
              <a:ext uri="{FF2B5EF4-FFF2-40B4-BE49-F238E27FC236}">
                <a16:creationId xmlns:a16="http://schemas.microsoft.com/office/drawing/2014/main" id="{1CA5B639-1EE0-41F4-A3FB-153F2232BA5E}"/>
              </a:ext>
            </a:extLst>
          </p:cNvPr>
          <p:cNvSpPr>
            <a:spLocks xmlns:a="http://schemas.openxmlformats.org/drawingml/2006/main" noGrp="1"/>
          </p:cNvSpPr>
          <p:nvPr/>
        </p:nvSpPr>
        <p:spPr>
          <a:xfrm xmlns:a="http://schemas.openxmlformats.org/drawingml/2006/main">
            <a:off x="7677150" y="4638675"/>
            <a:ext cx="4114800" cy="1438275"/>
          </a:xfrm>
          <a:prstGeom xmlns:a="http://schemas.openxmlformats.org/drawingml/2006/main" prst="roundRect">
            <a:avLst>
              <a:gd name="adj" fmla="val 7947"/>
            </a:avLst>
          </a:prstGeom>
          <a:solidFill xmlns:a="http://schemas.openxmlformats.org/drawingml/2006/main">
            <a:srgbClr val="F2F2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69EDC43-F10E-4A9D-814A-EF39EB80857C}"/>
              </a:ext>
            </a:extLst>
          </p:cNvPr>
          <p:cNvSpPr>
            <a:spLocks xmlns:a="http://schemas.openxmlformats.org/drawingml/2006/main" noGrp="1"/>
          </p:cNvSpPr>
          <p:nvPr/>
        </p:nvSpPr>
        <p:spPr>
          <a:xfrm xmlns:a="http://schemas.openxmlformats.org/drawingml/2006/main">
            <a:off x="7905750" y="4829175"/>
            <a:ext cx="365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03</a:t>
            </a:r>
          </a:p>
        </p:txBody>
      </p:sp>
      <p:sp>
        <p:nvSpPr>
          <p:cNvPr id="16" name="">
            <a:extLst xmlns:a="http://schemas.openxmlformats.org/drawingml/2006/main">
              <a:ext uri="{FF2B5EF4-FFF2-40B4-BE49-F238E27FC236}">
                <a16:creationId xmlns:a16="http://schemas.microsoft.com/office/drawing/2014/main" id="{9F3CE995-7B3E-456B-A3EC-8D6BAA5ABC4E}"/>
              </a:ext>
            </a:extLst>
          </p:cNvPr>
          <p:cNvSpPr>
            <a:spLocks xmlns:a="http://schemas.openxmlformats.org/drawingml/2006/main" noGrp="1"/>
          </p:cNvSpPr>
          <p:nvPr/>
        </p:nvSpPr>
        <p:spPr>
          <a:xfrm xmlns:a="http://schemas.openxmlformats.org/drawingml/2006/main">
            <a:off x="7905750" y="5105400"/>
            <a:ext cx="3657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latin typeface="Malgun Gothic"/>
                <a:ea typeface="Malgun Gothic"/>
                <a:cs typeface="Malgun Gothic"/>
              </a:defRPr>
            </a:pPr>
            <a:r>
              <a:rPr sz="2100" b="1">
                <a:solidFill>
                  <a:srgbClr val="000000"/>
                </a:solidFill>
                <a:latin typeface="Malgun Gothic"/>
                <a:ea typeface="Malgun Gothic"/>
                <a:cs typeface="Malgun Gothic"/>
              </a:rPr>
              <a:t>통제</a:t>
            </a:r>
          </a:p>
        </p:txBody>
      </p:sp>
      <p:sp>
        <p:nvSpPr>
          <p:cNvPr id="17" name="">
            <a:extLst xmlns:a="http://schemas.openxmlformats.org/drawingml/2006/main">
              <a:ext uri="{FF2B5EF4-FFF2-40B4-BE49-F238E27FC236}">
                <a16:creationId xmlns:a16="http://schemas.microsoft.com/office/drawing/2014/main" id="{B5F2380A-9AB9-4344-B845-EA79D97E524B}"/>
              </a:ext>
            </a:extLst>
          </p:cNvPr>
          <p:cNvSpPr>
            <a:spLocks xmlns:a="http://schemas.openxmlformats.org/drawingml/2006/main" noGrp="1"/>
          </p:cNvSpPr>
          <p:nvPr/>
        </p:nvSpPr>
        <p:spPr>
          <a:xfrm xmlns:a="http://schemas.openxmlformats.org/drawingml/2006/main">
            <a:off x="7905750" y="5534025"/>
            <a:ext cx="3657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D6470"/>
                </a:solidFill>
                <a:latin typeface="Malgun Gothic"/>
                <a:ea typeface="Malgun Gothic"/>
                <a:cs typeface="Malgun Gothic"/>
              </a:defRPr>
            </a:pPr>
            <a:r>
              <a:rPr sz="1500" b="0">
                <a:solidFill>
                  <a:srgbClr val="5D6470"/>
                </a:solidFill>
                <a:latin typeface="Malgun Gothic"/>
                <a:ea typeface="Malgun Gothic"/>
                <a:cs typeface="Malgun Gothic"/>
              </a:rPr>
              <a:t>권한 · 검증 · 승인 · 종료</a:t>
            </a:r>
          </a:p>
        </p:txBody>
      </p:sp>
      <p:sp>
        <p:nvSpPr>
          <p:cNvPr id="18" name="">
            <a:extLst xmlns:a="http://schemas.openxmlformats.org/drawingml/2006/main">
              <a:ext uri="{FF2B5EF4-FFF2-40B4-BE49-F238E27FC236}">
                <a16:creationId xmlns:a16="http://schemas.microsoft.com/office/drawing/2014/main" id="{F3C8C2F6-FAB1-401F-936E-06E45DDD646D}"/>
              </a:ext>
            </a:extLst>
          </p:cNvPr>
          <p:cNvSpPr>
            <a:spLocks xmlns:a="http://schemas.openxmlformats.org/drawingml/2006/main" noGrp="1"/>
          </p:cNvSpPr>
          <p:nvPr/>
        </p:nvSpPr>
        <p:spPr>
          <a:xfrm xmlns:a="http://schemas.openxmlformats.org/drawingml/2006/main">
            <a:off x="400050" y="5305425"/>
            <a:ext cx="666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11827"/>
                </a:solidFill>
                <a:latin typeface="Malgun Gothic"/>
                <a:ea typeface="Malgun Gothic"/>
                <a:cs typeface="Malgun Gothic"/>
              </a:defRPr>
            </a:pPr>
            <a:r>
              <a:rPr sz="1875" b="1">
                <a:solidFill>
                  <a:srgbClr val="111827"/>
                </a:solidFill>
                <a:latin typeface="Malgun Gothic"/>
                <a:ea typeface="Malgun Gothic"/>
                <a:cs typeface="Malgun Gothic"/>
              </a:rPr>
              <a:t>핵심 설계 단위는 모델이 아니라 ‘모델 + 상태 + Tool + 통제 루프’다.</a:t>
            </a:r>
          </a:p>
        </p:txBody>
      </p:sp>
    </p:spTree>
    <p:extLst>
      <p:ext uri="{BB962C8B-B14F-4D97-AF65-F5344CB8AC3E}">
        <p14:creationId xmlns:p14="http://schemas.microsoft.com/office/powerpoint/2010/main" val="8949566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99829E9-C4A3-4FD3-B41A-3FDA52CE71BC}"/>
              </a:ext>
            </a:extLst>
          </p:cNvPr>
          <p:cNvSpPr>
            <a:spLocks xmlns:a="http://schemas.openxmlformats.org/drawingml/2006/main" noGrp="1"/>
          </p:cNvSpPr>
          <p:nvPr/>
        </p:nvSpPr>
        <p:spPr>
          <a:xfrm xmlns:a="http://schemas.openxmlformats.org/drawingml/2006/main">
            <a:off x="400050" y="2095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Malgun Gothic"/>
                <a:ea typeface="Malgun Gothic"/>
                <a:cs typeface="Malgun Gothic"/>
              </a:defRPr>
            </a:pPr>
            <a:r>
              <a:rPr sz="1050" b="1">
                <a:solidFill>
                  <a:srgbClr val="3D8DFF"/>
                </a:solidFill>
                <a:latin typeface="Malgun Gothic"/>
                <a:ea typeface="Malgun Gothic"/>
                <a:cs typeface="Malgun Gothic"/>
              </a:rPr>
              <a:t>AI AGENT DESIGN</a:t>
            </a:r>
          </a:p>
        </p:txBody>
      </p:sp>
      <p:sp>
        <p:nvSpPr>
          <p:cNvPr id="2" name="">
            <a:extLst xmlns:a="http://schemas.openxmlformats.org/drawingml/2006/main">
              <a:ext uri="{FF2B5EF4-FFF2-40B4-BE49-F238E27FC236}">
                <a16:creationId xmlns:a16="http://schemas.microsoft.com/office/drawing/2014/main" id="{85901DEA-B418-42B7-BFD6-FF491BDA0EFF}"/>
              </a:ext>
            </a:extLst>
          </p:cNvPr>
          <p:cNvSpPr>
            <a:spLocks xmlns:a="http://schemas.openxmlformats.org/drawingml/2006/main" noGrp="1"/>
          </p:cNvSpPr>
          <p:nvPr/>
        </p:nvSpPr>
        <p:spPr>
          <a:xfrm xmlns:a="http://schemas.openxmlformats.org/drawingml/2006/main">
            <a:off x="390525" y="457200"/>
            <a:ext cx="11410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000000"/>
                </a:solidFill>
                <a:latin typeface="Malgun Gothic"/>
                <a:ea typeface="Malgun Gothic"/>
                <a:cs typeface="Malgun Gothic"/>
              </a:defRPr>
            </a:pPr>
            <a:r>
              <a:rPr sz="3450" b="1">
                <a:solidFill>
                  <a:srgbClr val="000000"/>
                </a:solidFill>
                <a:latin typeface="Malgun Gothic"/>
                <a:ea typeface="Malgun Gothic"/>
                <a:cs typeface="Malgun Gothic"/>
              </a:rPr>
              <a:t>LLM·챗봇·워크플로·에이전트는 ‘경로를 누가 정하는가’로 구분한다</a:t>
            </a:r>
          </a:p>
        </p:txBody>
      </p:sp>
      <p:sp>
        <p:nvSpPr>
          <p:cNvPr id="3" name="">
            <a:extLst xmlns:a="http://schemas.openxmlformats.org/drawingml/2006/main">
              <a:ext uri="{FF2B5EF4-FFF2-40B4-BE49-F238E27FC236}">
                <a16:creationId xmlns:a16="http://schemas.microsoft.com/office/drawing/2014/main" id="{3A1BECBC-C2ED-4C5A-A8DF-332F3326F01D}"/>
              </a:ext>
            </a:extLst>
          </p:cNvPr>
          <p:cNvSpPr>
            <a:spLocks xmlns:a="http://schemas.openxmlformats.org/drawingml/2006/main" noGrp="1"/>
          </p:cNvSpPr>
          <p:nvPr/>
        </p:nvSpPr>
        <p:spPr>
          <a:xfrm xmlns:a="http://schemas.openxmlformats.org/drawingml/2006/main">
            <a:off x="11277600" y="63341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D6470"/>
                </a:solidFill>
                <a:latin typeface="Malgun Gothic"/>
                <a:ea typeface="Malgun Gothic"/>
                <a:cs typeface="Malgun Gothic"/>
              </a:defRPr>
            </a:pPr>
            <a:r>
              <a:rPr sz="1050" b="0">
                <a:solidFill>
                  <a:srgbClr val="5D6470"/>
                </a:solidFill>
                <a:latin typeface="Malgun Gothic"/>
                <a:ea typeface="Malgun Gothic"/>
                <a:cs typeface="Malgun Gothic"/>
              </a:rPr>
              <a:t>03</a:t>
            </a:r>
          </a:p>
        </p:txBody>
      </p:sp>
      <p:sp>
        <p:nvSpPr>
          <p:cNvPr id="4" name="">
            <a:extLst xmlns:a="http://schemas.openxmlformats.org/drawingml/2006/main">
              <a:ext uri="{FF2B5EF4-FFF2-40B4-BE49-F238E27FC236}">
                <a16:creationId xmlns:a16="http://schemas.microsoft.com/office/drawing/2014/main" id="{3E367B35-83DD-4182-BD7B-A8146DEF3FD4}"/>
              </a:ext>
            </a:extLst>
          </p:cNvPr>
          <p:cNvSpPr>
            <a:spLocks xmlns:a="http://schemas.openxmlformats.org/drawingml/2006/main" noGrp="1"/>
          </p:cNvSpPr>
          <p:nvPr/>
        </p:nvSpPr>
        <p:spPr>
          <a:xfrm xmlns:a="http://schemas.openxmlformats.org/drawingml/2006/main">
            <a:off x="400050" y="1495425"/>
            <a:ext cx="2667000" cy="3857625"/>
          </a:xfrm>
          <a:prstGeom xmlns:a="http://schemas.openxmlformats.org/drawingml/2006/main" prst="roundRect">
            <a:avLst>
              <a:gd name="adj" fmla="val 4286"/>
            </a:avLst>
          </a:prstGeom>
          <a:solidFill xmlns:a="http://schemas.openxmlformats.org/drawingml/2006/main">
            <a:srgbClr val="F2F2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5FA8FB2-937A-470F-B2E7-7A8EC430D0D4}"/>
              </a:ext>
            </a:extLst>
          </p:cNvPr>
          <p:cNvSpPr>
            <a:spLocks xmlns:a="http://schemas.openxmlformats.org/drawingml/2006/main" noGrp="1"/>
          </p:cNvSpPr>
          <p:nvPr/>
        </p:nvSpPr>
        <p:spPr>
          <a:xfrm xmlns:a="http://schemas.openxmlformats.org/drawingml/2006/main">
            <a:off x="628650" y="1685925"/>
            <a:ext cx="2209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생성</a:t>
            </a:r>
          </a:p>
        </p:txBody>
      </p:sp>
      <p:sp>
        <p:nvSpPr>
          <p:cNvPr id="6" name="">
            <a:extLst xmlns:a="http://schemas.openxmlformats.org/drawingml/2006/main">
              <a:ext uri="{FF2B5EF4-FFF2-40B4-BE49-F238E27FC236}">
                <a16:creationId xmlns:a16="http://schemas.microsoft.com/office/drawing/2014/main" id="{F94191A6-86CE-4025-898B-B9198EB8444D}"/>
              </a:ext>
            </a:extLst>
          </p:cNvPr>
          <p:cNvSpPr>
            <a:spLocks xmlns:a="http://schemas.openxmlformats.org/drawingml/2006/main" noGrp="1"/>
          </p:cNvSpPr>
          <p:nvPr/>
        </p:nvSpPr>
        <p:spPr>
          <a:xfrm xmlns:a="http://schemas.openxmlformats.org/drawingml/2006/main">
            <a:off x="628650" y="2009775"/>
            <a:ext cx="2209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00000"/>
                </a:solidFill>
                <a:latin typeface="Malgun Gothic"/>
                <a:ea typeface="Malgun Gothic"/>
                <a:cs typeface="Malgun Gothic"/>
              </a:defRPr>
            </a:pPr>
            <a:r>
              <a:rPr sz="2250" b="1">
                <a:solidFill>
                  <a:srgbClr val="000000"/>
                </a:solidFill>
                <a:latin typeface="Malgun Gothic"/>
                <a:ea typeface="Malgun Gothic"/>
                <a:cs typeface="Malgun Gothic"/>
              </a:rPr>
              <a:t>생짜 LLM</a:t>
            </a:r>
          </a:p>
        </p:txBody>
      </p:sp>
      <p:sp>
        <p:nvSpPr>
          <p:cNvPr id="7" name="">
            <a:extLst xmlns:a="http://schemas.openxmlformats.org/drawingml/2006/main">
              <a:ext uri="{FF2B5EF4-FFF2-40B4-BE49-F238E27FC236}">
                <a16:creationId xmlns:a16="http://schemas.microsoft.com/office/drawing/2014/main" id="{C1D1D102-C852-4401-9B98-D4B7B2072BFC}"/>
              </a:ext>
            </a:extLst>
          </p:cNvPr>
          <p:cNvSpPr>
            <a:spLocks xmlns:a="http://schemas.openxmlformats.org/drawingml/2006/main" noGrp="1"/>
          </p:cNvSpPr>
          <p:nvPr/>
        </p:nvSpPr>
        <p:spPr>
          <a:xfrm xmlns:a="http://schemas.openxmlformats.org/drawingml/2006/main">
            <a:off x="628650" y="2628900"/>
            <a:ext cx="2209800" cy="2552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입력 → 텍스트 출력</a:t>
            </a:r>
          </a:p>
          <a:p xmlns:a="http://schemas.openxmlformats.org/drawingml/2006/main">
            <a:r>
              <a:t/>
            </a:r>
          </a:p>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외부 행동 없음</a:t>
            </a:r>
          </a:p>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실행 경로 없음</a:t>
            </a:r>
          </a:p>
        </p:txBody>
      </p:sp>
      <p:sp>
        <p:nvSpPr>
          <p:cNvPr id="8" name="">
            <a:extLst xmlns:a="http://schemas.openxmlformats.org/drawingml/2006/main">
              <a:ext uri="{FF2B5EF4-FFF2-40B4-BE49-F238E27FC236}">
                <a16:creationId xmlns:a16="http://schemas.microsoft.com/office/drawing/2014/main" id="{A67F7E4C-B3A2-4966-8666-FBE78DAF5ED4}"/>
              </a:ext>
            </a:extLst>
          </p:cNvPr>
          <p:cNvSpPr>
            <a:spLocks xmlns:a="http://schemas.openxmlformats.org/drawingml/2006/main" noGrp="1"/>
          </p:cNvSpPr>
          <p:nvPr/>
        </p:nvSpPr>
        <p:spPr>
          <a:xfrm xmlns:a="http://schemas.openxmlformats.org/drawingml/2006/main">
            <a:off x="3305175" y="1495425"/>
            <a:ext cx="2667000" cy="3857625"/>
          </a:xfrm>
          <a:prstGeom xmlns:a="http://schemas.openxmlformats.org/drawingml/2006/main" prst="roundRect">
            <a:avLst>
              <a:gd name="adj" fmla="val 4286"/>
            </a:avLst>
          </a:prstGeom>
          <a:solidFill xmlns:a="http://schemas.openxmlformats.org/drawingml/2006/main">
            <a:srgbClr val="F2F2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6DD59B8-66F1-49E3-83BF-D9B29C0F69B1}"/>
              </a:ext>
            </a:extLst>
          </p:cNvPr>
          <p:cNvSpPr>
            <a:spLocks xmlns:a="http://schemas.openxmlformats.org/drawingml/2006/main" noGrp="1"/>
          </p:cNvSpPr>
          <p:nvPr/>
        </p:nvSpPr>
        <p:spPr>
          <a:xfrm xmlns:a="http://schemas.openxmlformats.org/drawingml/2006/main">
            <a:off x="3533775" y="1685925"/>
            <a:ext cx="2209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대화</a:t>
            </a:r>
          </a:p>
        </p:txBody>
      </p:sp>
      <p:sp>
        <p:nvSpPr>
          <p:cNvPr id="10" name="">
            <a:extLst xmlns:a="http://schemas.openxmlformats.org/drawingml/2006/main">
              <a:ext uri="{FF2B5EF4-FFF2-40B4-BE49-F238E27FC236}">
                <a16:creationId xmlns:a16="http://schemas.microsoft.com/office/drawing/2014/main" id="{C01C5A8D-8EFB-4DA7-B59A-553AE68507FC}"/>
              </a:ext>
            </a:extLst>
          </p:cNvPr>
          <p:cNvSpPr>
            <a:spLocks xmlns:a="http://schemas.openxmlformats.org/drawingml/2006/main" noGrp="1"/>
          </p:cNvSpPr>
          <p:nvPr/>
        </p:nvSpPr>
        <p:spPr>
          <a:xfrm xmlns:a="http://schemas.openxmlformats.org/drawingml/2006/main">
            <a:off x="3533775" y="2009775"/>
            <a:ext cx="2209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00000"/>
                </a:solidFill>
                <a:latin typeface="Malgun Gothic"/>
                <a:ea typeface="Malgun Gothic"/>
                <a:cs typeface="Malgun Gothic"/>
              </a:defRPr>
            </a:pPr>
            <a:r>
              <a:rPr sz="2250" b="1">
                <a:solidFill>
                  <a:srgbClr val="000000"/>
                </a:solidFill>
                <a:latin typeface="Malgun Gothic"/>
                <a:ea typeface="Malgun Gothic"/>
                <a:cs typeface="Malgun Gothic"/>
              </a:rPr>
              <a:t>단순 챗봇</a:t>
            </a:r>
          </a:p>
        </p:txBody>
      </p:sp>
      <p:sp>
        <p:nvSpPr>
          <p:cNvPr id="11" name="">
            <a:extLst xmlns:a="http://schemas.openxmlformats.org/drawingml/2006/main">
              <a:ext uri="{FF2B5EF4-FFF2-40B4-BE49-F238E27FC236}">
                <a16:creationId xmlns:a16="http://schemas.microsoft.com/office/drawing/2014/main" id="{A96E1700-5958-43AC-A14D-D7278F9E9B24}"/>
              </a:ext>
            </a:extLst>
          </p:cNvPr>
          <p:cNvSpPr>
            <a:spLocks xmlns:a="http://schemas.openxmlformats.org/drawingml/2006/main" noGrp="1"/>
          </p:cNvSpPr>
          <p:nvPr/>
        </p:nvSpPr>
        <p:spPr>
          <a:xfrm xmlns:a="http://schemas.openxmlformats.org/drawingml/2006/main">
            <a:off x="3533775" y="2628900"/>
            <a:ext cx="2209800" cy="2552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대화 기록 → 응답</a:t>
            </a:r>
          </a:p>
          <a:p xmlns:a="http://schemas.openxmlformats.org/drawingml/2006/main">
            <a:r>
              <a:t/>
            </a:r>
          </a:p>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문맥은 이어짐</a:t>
            </a:r>
          </a:p>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다음 요청은 사용자 몫</a:t>
            </a:r>
          </a:p>
        </p:txBody>
      </p:sp>
      <p:sp>
        <p:nvSpPr>
          <p:cNvPr id="12" name="">
            <a:extLst xmlns:a="http://schemas.openxmlformats.org/drawingml/2006/main">
              <a:ext uri="{FF2B5EF4-FFF2-40B4-BE49-F238E27FC236}">
                <a16:creationId xmlns:a16="http://schemas.microsoft.com/office/drawing/2014/main" id="{CCBA9C1C-FDEB-4C16-8747-5A311AD717D5}"/>
              </a:ext>
            </a:extLst>
          </p:cNvPr>
          <p:cNvSpPr>
            <a:spLocks xmlns:a="http://schemas.openxmlformats.org/drawingml/2006/main" noGrp="1"/>
          </p:cNvSpPr>
          <p:nvPr/>
        </p:nvSpPr>
        <p:spPr>
          <a:xfrm xmlns:a="http://schemas.openxmlformats.org/drawingml/2006/main">
            <a:off x="6210300" y="1495425"/>
            <a:ext cx="2667000" cy="3857625"/>
          </a:xfrm>
          <a:prstGeom xmlns:a="http://schemas.openxmlformats.org/drawingml/2006/main" prst="roundRect">
            <a:avLst>
              <a:gd name="adj" fmla="val 4286"/>
            </a:avLst>
          </a:prstGeom>
          <a:solidFill xmlns:a="http://schemas.openxmlformats.org/drawingml/2006/main">
            <a:srgbClr val="F2F2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9706C79-5A24-4994-A9A9-263A5AAA9277}"/>
              </a:ext>
            </a:extLst>
          </p:cNvPr>
          <p:cNvSpPr>
            <a:spLocks xmlns:a="http://schemas.openxmlformats.org/drawingml/2006/main" noGrp="1"/>
          </p:cNvSpPr>
          <p:nvPr/>
        </p:nvSpPr>
        <p:spPr>
          <a:xfrm xmlns:a="http://schemas.openxmlformats.org/drawingml/2006/main">
            <a:off x="6438900" y="1685925"/>
            <a:ext cx="2209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고정 경로</a:t>
            </a:r>
          </a:p>
        </p:txBody>
      </p:sp>
      <p:sp>
        <p:nvSpPr>
          <p:cNvPr id="14" name="">
            <a:extLst xmlns:a="http://schemas.openxmlformats.org/drawingml/2006/main">
              <a:ext uri="{FF2B5EF4-FFF2-40B4-BE49-F238E27FC236}">
                <a16:creationId xmlns:a16="http://schemas.microsoft.com/office/drawing/2014/main" id="{014CEF4D-94DC-4827-9A1D-F528DB19047A}"/>
              </a:ext>
            </a:extLst>
          </p:cNvPr>
          <p:cNvSpPr>
            <a:spLocks xmlns:a="http://schemas.openxmlformats.org/drawingml/2006/main" noGrp="1"/>
          </p:cNvSpPr>
          <p:nvPr/>
        </p:nvSpPr>
        <p:spPr>
          <a:xfrm xmlns:a="http://schemas.openxmlformats.org/drawingml/2006/main">
            <a:off x="6438900" y="2009775"/>
            <a:ext cx="2209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00000"/>
                </a:solidFill>
                <a:latin typeface="Malgun Gothic"/>
                <a:ea typeface="Malgun Gothic"/>
                <a:cs typeface="Malgun Gothic"/>
              </a:defRPr>
            </a:pPr>
            <a:r>
              <a:rPr sz="2250" b="1">
                <a:solidFill>
                  <a:srgbClr val="000000"/>
                </a:solidFill>
                <a:latin typeface="Malgun Gothic"/>
                <a:ea typeface="Malgun Gothic"/>
                <a:cs typeface="Malgun Gothic"/>
              </a:rPr>
              <a:t>워크플로</a:t>
            </a:r>
          </a:p>
        </p:txBody>
      </p:sp>
      <p:sp>
        <p:nvSpPr>
          <p:cNvPr id="15" name="">
            <a:extLst xmlns:a="http://schemas.openxmlformats.org/drawingml/2006/main">
              <a:ext uri="{FF2B5EF4-FFF2-40B4-BE49-F238E27FC236}">
                <a16:creationId xmlns:a16="http://schemas.microsoft.com/office/drawing/2014/main" id="{EEA67BD3-DE2A-434C-A931-6F7A6A91101A}"/>
              </a:ext>
            </a:extLst>
          </p:cNvPr>
          <p:cNvSpPr>
            <a:spLocks xmlns:a="http://schemas.openxmlformats.org/drawingml/2006/main" noGrp="1"/>
          </p:cNvSpPr>
          <p:nvPr/>
        </p:nvSpPr>
        <p:spPr>
          <a:xfrm xmlns:a="http://schemas.openxmlformats.org/drawingml/2006/main">
            <a:off x="6438900" y="2628900"/>
            <a:ext cx="2209800" cy="2552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정해진 단계 → 실행</a:t>
            </a:r>
          </a:p>
          <a:p xmlns:a="http://schemas.openxmlformats.org/drawingml/2006/main">
            <a:r>
              <a:t/>
            </a:r>
          </a:p>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경로는 개발자가 고정</a:t>
            </a:r>
          </a:p>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안정·재현에 강함</a:t>
            </a:r>
          </a:p>
        </p:txBody>
      </p:sp>
      <p:sp>
        <p:nvSpPr>
          <p:cNvPr id="16" name="">
            <a:extLst xmlns:a="http://schemas.openxmlformats.org/drawingml/2006/main">
              <a:ext uri="{FF2B5EF4-FFF2-40B4-BE49-F238E27FC236}">
                <a16:creationId xmlns:a16="http://schemas.microsoft.com/office/drawing/2014/main" id="{DDE878B3-68D9-4259-BED2-0CC3206B9A6F}"/>
              </a:ext>
            </a:extLst>
          </p:cNvPr>
          <p:cNvSpPr>
            <a:spLocks xmlns:a="http://schemas.openxmlformats.org/drawingml/2006/main" noGrp="1"/>
          </p:cNvSpPr>
          <p:nvPr/>
        </p:nvSpPr>
        <p:spPr>
          <a:xfrm xmlns:a="http://schemas.openxmlformats.org/drawingml/2006/main">
            <a:off x="9115425" y="1495425"/>
            <a:ext cx="2667000" cy="3857625"/>
          </a:xfrm>
          <a:prstGeom xmlns:a="http://schemas.openxmlformats.org/drawingml/2006/main" prst="roundRect">
            <a:avLst>
              <a:gd name="adj" fmla="val 4286"/>
            </a:avLst>
          </a:prstGeom>
          <a:solidFill xmlns:a="http://schemas.openxmlformats.org/drawingml/2006/main">
            <a:srgbClr val="EAF4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A34F876-4C31-40A8-9E16-7C49AD6BE395}"/>
              </a:ext>
            </a:extLst>
          </p:cNvPr>
          <p:cNvSpPr>
            <a:spLocks xmlns:a="http://schemas.openxmlformats.org/drawingml/2006/main" noGrp="1"/>
          </p:cNvSpPr>
          <p:nvPr/>
        </p:nvSpPr>
        <p:spPr>
          <a:xfrm xmlns:a="http://schemas.openxmlformats.org/drawingml/2006/main">
            <a:off x="9344025" y="1685925"/>
            <a:ext cx="2209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동적 경로</a:t>
            </a:r>
          </a:p>
        </p:txBody>
      </p:sp>
      <p:sp>
        <p:nvSpPr>
          <p:cNvPr id="18" name="">
            <a:extLst xmlns:a="http://schemas.openxmlformats.org/drawingml/2006/main">
              <a:ext uri="{FF2B5EF4-FFF2-40B4-BE49-F238E27FC236}">
                <a16:creationId xmlns:a16="http://schemas.microsoft.com/office/drawing/2014/main" id="{E9DC0327-8380-4F6A-B310-635D0F02B8D4}"/>
              </a:ext>
            </a:extLst>
          </p:cNvPr>
          <p:cNvSpPr>
            <a:spLocks xmlns:a="http://schemas.openxmlformats.org/drawingml/2006/main" noGrp="1"/>
          </p:cNvSpPr>
          <p:nvPr/>
        </p:nvSpPr>
        <p:spPr>
          <a:xfrm xmlns:a="http://schemas.openxmlformats.org/drawingml/2006/main">
            <a:off x="9344025" y="2009775"/>
            <a:ext cx="2209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00000"/>
                </a:solidFill>
                <a:latin typeface="Malgun Gothic"/>
                <a:ea typeface="Malgun Gothic"/>
                <a:cs typeface="Malgun Gothic"/>
              </a:defRPr>
            </a:pPr>
            <a:r>
              <a:rPr sz="2250" b="1">
                <a:solidFill>
                  <a:srgbClr val="000000"/>
                </a:solidFill>
                <a:latin typeface="Malgun Gothic"/>
                <a:ea typeface="Malgun Gothic"/>
                <a:cs typeface="Malgun Gothic"/>
              </a:rPr>
              <a:t>에이전트</a:t>
            </a:r>
          </a:p>
        </p:txBody>
      </p:sp>
      <p:sp>
        <p:nvSpPr>
          <p:cNvPr id="19" name="">
            <a:extLst xmlns:a="http://schemas.openxmlformats.org/drawingml/2006/main">
              <a:ext uri="{FF2B5EF4-FFF2-40B4-BE49-F238E27FC236}">
                <a16:creationId xmlns:a16="http://schemas.microsoft.com/office/drawing/2014/main" id="{D9233B06-7613-4E29-BD4F-01A0D8947324}"/>
              </a:ext>
            </a:extLst>
          </p:cNvPr>
          <p:cNvSpPr>
            <a:spLocks xmlns:a="http://schemas.openxmlformats.org/drawingml/2006/main" noGrp="1"/>
          </p:cNvSpPr>
          <p:nvPr/>
        </p:nvSpPr>
        <p:spPr>
          <a:xfrm xmlns:a="http://schemas.openxmlformats.org/drawingml/2006/main">
            <a:off x="9344025" y="2628900"/>
            <a:ext cx="2209800" cy="2552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상태 관찰 → 경로 선택</a:t>
            </a:r>
          </a:p>
          <a:p xmlns:a="http://schemas.openxmlformats.org/drawingml/2006/main">
            <a:r>
              <a:t/>
            </a:r>
          </a:p>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Tool 결과로 분기</a:t>
            </a:r>
          </a:p>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종료·승인까지 판단</a:t>
            </a:r>
          </a:p>
        </p:txBody>
      </p:sp>
      <p:sp>
        <p:nvSpPr>
          <p:cNvPr id="20" name="">
            <a:extLst xmlns:a="http://schemas.openxmlformats.org/drawingml/2006/main">
              <a:ext uri="{FF2B5EF4-FFF2-40B4-BE49-F238E27FC236}">
                <a16:creationId xmlns:a16="http://schemas.microsoft.com/office/drawing/2014/main" id="{422D16EE-B0D8-46B5-80A1-1A5A16E42EAE}"/>
              </a:ext>
            </a:extLst>
          </p:cNvPr>
          <p:cNvSpPr>
            <a:spLocks xmlns:a="http://schemas.openxmlformats.org/drawingml/2006/main" noGrp="1"/>
          </p:cNvSpPr>
          <p:nvPr/>
        </p:nvSpPr>
        <p:spPr>
          <a:xfrm xmlns:a="http://schemas.openxmlformats.org/drawingml/2006/main">
            <a:off x="400050" y="5753100"/>
            <a:ext cx="113919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latin typeface="Malgun Gothic"/>
                <a:ea typeface="Malgun Gothic"/>
                <a:cs typeface="Malgun Gothic"/>
              </a:defRPr>
            </a:pPr>
            <a:r>
              <a:rPr sz="1725" b="1">
                <a:solidFill>
                  <a:srgbClr val="000000"/>
                </a:solidFill>
                <a:latin typeface="Malgun Gothic"/>
                <a:ea typeface="Malgun Gothic"/>
                <a:cs typeface="Malgun Gothic"/>
              </a:rPr>
              <a:t>설계 원칙  |  경로가 확정돼 있다면 워크플로, 상황에 따라 바뀌어야 한다면 제한적 에이전트</a:t>
            </a:r>
          </a:p>
        </p:txBody>
      </p:sp>
    </p:spTree>
    <p:extLst>
      <p:ext uri="{BB962C8B-B14F-4D97-AF65-F5344CB8AC3E}">
        <p14:creationId xmlns:p14="http://schemas.microsoft.com/office/powerpoint/2010/main" val="8605835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0136217-806C-4A49-BC13-130CB5E6FBEC}"/>
              </a:ext>
            </a:extLst>
          </p:cNvPr>
          <p:cNvSpPr>
            <a:spLocks xmlns:a="http://schemas.openxmlformats.org/drawingml/2006/main" noGrp="1"/>
          </p:cNvSpPr>
          <p:nvPr/>
        </p:nvSpPr>
        <p:spPr>
          <a:xfrm xmlns:a="http://schemas.openxmlformats.org/drawingml/2006/main">
            <a:off x="400050" y="2095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Malgun Gothic"/>
                <a:ea typeface="Malgun Gothic"/>
                <a:cs typeface="Malgun Gothic"/>
              </a:defRPr>
            </a:pPr>
            <a:r>
              <a:rPr sz="1050" b="1">
                <a:solidFill>
                  <a:srgbClr val="3D8DFF"/>
                </a:solidFill>
                <a:latin typeface="Malgun Gothic"/>
                <a:ea typeface="Malgun Gothic"/>
                <a:cs typeface="Malgun Gothic"/>
              </a:rPr>
              <a:t>AI AGENT DESIGN</a:t>
            </a:r>
          </a:p>
        </p:txBody>
      </p:sp>
      <p:sp>
        <p:nvSpPr>
          <p:cNvPr id="2" name="">
            <a:extLst xmlns:a="http://schemas.openxmlformats.org/drawingml/2006/main">
              <a:ext uri="{FF2B5EF4-FFF2-40B4-BE49-F238E27FC236}">
                <a16:creationId xmlns:a16="http://schemas.microsoft.com/office/drawing/2014/main" id="{BC1FBEC8-5BC2-4A79-8445-E9332CBD0507}"/>
              </a:ext>
            </a:extLst>
          </p:cNvPr>
          <p:cNvSpPr>
            <a:spLocks xmlns:a="http://schemas.openxmlformats.org/drawingml/2006/main" noGrp="1"/>
          </p:cNvSpPr>
          <p:nvPr/>
        </p:nvSpPr>
        <p:spPr>
          <a:xfrm xmlns:a="http://schemas.openxmlformats.org/drawingml/2006/main">
            <a:off x="390525" y="457200"/>
            <a:ext cx="11410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000000"/>
                </a:solidFill>
                <a:latin typeface="Malgun Gothic"/>
                <a:ea typeface="Malgun Gothic"/>
                <a:cs typeface="Malgun Gothic"/>
              </a:defRPr>
            </a:pPr>
            <a:r>
              <a:rPr sz="3450" b="1">
                <a:solidFill>
                  <a:srgbClr val="000000"/>
                </a:solidFill>
                <a:latin typeface="Malgun Gothic"/>
                <a:ea typeface="Malgun Gothic"/>
                <a:cs typeface="Malgun Gothic"/>
              </a:rPr>
              <a:t>에이전트 내부의 핵심은 ‘관찰–판단–행동–검증’ 루프다</a:t>
            </a:r>
          </a:p>
        </p:txBody>
      </p:sp>
      <p:sp>
        <p:nvSpPr>
          <p:cNvPr id="3" name="">
            <a:extLst xmlns:a="http://schemas.openxmlformats.org/drawingml/2006/main">
              <a:ext uri="{FF2B5EF4-FFF2-40B4-BE49-F238E27FC236}">
                <a16:creationId xmlns:a16="http://schemas.microsoft.com/office/drawing/2014/main" id="{D04F36CB-F4CF-47AA-80CF-19D54F473B98}"/>
              </a:ext>
            </a:extLst>
          </p:cNvPr>
          <p:cNvSpPr>
            <a:spLocks xmlns:a="http://schemas.openxmlformats.org/drawingml/2006/main" noGrp="1"/>
          </p:cNvSpPr>
          <p:nvPr/>
        </p:nvSpPr>
        <p:spPr>
          <a:xfrm xmlns:a="http://schemas.openxmlformats.org/drawingml/2006/main">
            <a:off x="11277600" y="63341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D6470"/>
                </a:solidFill>
                <a:latin typeface="Malgun Gothic"/>
                <a:ea typeface="Malgun Gothic"/>
                <a:cs typeface="Malgun Gothic"/>
              </a:defRPr>
            </a:pPr>
            <a:r>
              <a:rPr sz="1050" b="0">
                <a:solidFill>
                  <a:srgbClr val="5D6470"/>
                </a:solidFill>
                <a:latin typeface="Malgun Gothic"/>
                <a:ea typeface="Malgun Gothic"/>
                <a:cs typeface="Malgun Gothic"/>
              </a:rPr>
              <a:t>04</a:t>
            </a:r>
          </a:p>
        </p:txBody>
      </p:sp>
      <p:sp>
        <p:nvSpPr>
          <p:cNvPr id="4" name="">
            <a:extLst xmlns:a="http://schemas.openxmlformats.org/drawingml/2006/main">
              <a:ext uri="{FF2B5EF4-FFF2-40B4-BE49-F238E27FC236}">
                <a16:creationId xmlns:a16="http://schemas.microsoft.com/office/drawing/2014/main" id="{A25D326B-165E-4043-93CD-6AC7B90D70FE}"/>
              </a:ext>
            </a:extLst>
          </p:cNvPr>
          <p:cNvSpPr>
            <a:spLocks xmlns:a="http://schemas.openxmlformats.org/drawingml/2006/main" noGrp="1"/>
          </p:cNvSpPr>
          <p:nvPr/>
        </p:nvSpPr>
        <p:spPr>
          <a:xfrm xmlns:a="http://schemas.openxmlformats.org/drawingml/2006/main">
            <a:off x="400050" y="2152650"/>
            <a:ext cx="1866900" cy="1809750"/>
          </a:xfrm>
          <a:prstGeom xmlns:a="http://schemas.openxmlformats.org/drawingml/2006/main" prst="roundRect">
            <a:avLst>
              <a:gd name="adj" fmla="val 6316"/>
            </a:avLst>
          </a:prstGeom>
          <a:solidFill xmlns:a="http://schemas.openxmlformats.org/drawingml/2006/main">
            <a:srgbClr val="F2F2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B6970B2-6A03-4CD5-B05D-6764CAA674D8}"/>
              </a:ext>
            </a:extLst>
          </p:cNvPr>
          <p:cNvSpPr>
            <a:spLocks xmlns:a="http://schemas.openxmlformats.org/drawingml/2006/main" noGrp="1"/>
          </p:cNvSpPr>
          <p:nvPr/>
        </p:nvSpPr>
        <p:spPr>
          <a:xfrm xmlns:a="http://schemas.openxmlformats.org/drawingml/2006/main">
            <a:off x="609600" y="2333625"/>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Malgun Gothic"/>
                <a:ea typeface="Malgun Gothic"/>
                <a:cs typeface="Malgun Gothic"/>
              </a:defRPr>
            </a:pPr>
            <a:r>
              <a:rPr sz="1350" b="1">
                <a:solidFill>
                  <a:srgbClr val="3D8DFF"/>
                </a:solidFill>
                <a:latin typeface="Malgun Gothic"/>
                <a:ea typeface="Malgun Gothic"/>
                <a:cs typeface="Malgun Gothic"/>
              </a:rPr>
              <a:t>1</a:t>
            </a:r>
          </a:p>
        </p:txBody>
      </p:sp>
      <p:sp>
        <p:nvSpPr>
          <p:cNvPr id="6" name="">
            <a:extLst xmlns:a="http://schemas.openxmlformats.org/drawingml/2006/main">
              <a:ext uri="{FF2B5EF4-FFF2-40B4-BE49-F238E27FC236}">
                <a16:creationId xmlns:a16="http://schemas.microsoft.com/office/drawing/2014/main" id="{AFABB7CC-D959-4141-BE48-10DB6CCFCE30}"/>
              </a:ext>
            </a:extLst>
          </p:cNvPr>
          <p:cNvSpPr>
            <a:spLocks xmlns:a="http://schemas.openxmlformats.org/drawingml/2006/main" noGrp="1"/>
          </p:cNvSpPr>
          <p:nvPr/>
        </p:nvSpPr>
        <p:spPr>
          <a:xfrm xmlns:a="http://schemas.openxmlformats.org/drawingml/2006/main">
            <a:off x="609600" y="278130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Malgun Gothic"/>
                <a:ea typeface="Malgun Gothic"/>
                <a:cs typeface="Malgun Gothic"/>
              </a:defRPr>
            </a:pPr>
            <a:r>
              <a:rPr sz="2025" b="1">
                <a:solidFill>
                  <a:srgbClr val="000000"/>
                </a:solidFill>
                <a:latin typeface="Malgun Gothic"/>
                <a:ea typeface="Malgun Gothic"/>
                <a:cs typeface="Malgun Gothic"/>
              </a:rPr>
              <a:t>목표·제약</a:t>
            </a:r>
          </a:p>
        </p:txBody>
      </p:sp>
      <p:sp>
        <p:nvSpPr>
          <p:cNvPr id="7" name="">
            <a:extLst xmlns:a="http://schemas.openxmlformats.org/drawingml/2006/main">
              <a:ext uri="{FF2B5EF4-FFF2-40B4-BE49-F238E27FC236}">
                <a16:creationId xmlns:a16="http://schemas.microsoft.com/office/drawing/2014/main" id="{4414983B-6D84-4336-99E2-09F932A16380}"/>
              </a:ext>
            </a:extLst>
          </p:cNvPr>
          <p:cNvSpPr>
            <a:spLocks xmlns:a="http://schemas.openxmlformats.org/drawingml/2006/main" noGrp="1"/>
          </p:cNvSpPr>
          <p:nvPr/>
        </p:nvSpPr>
        <p:spPr>
          <a:xfrm xmlns:a="http://schemas.openxmlformats.org/drawingml/2006/main">
            <a:off x="609600" y="333375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D6470"/>
                </a:solidFill>
                <a:latin typeface="Malgun Gothic"/>
                <a:ea typeface="Malgun Gothic"/>
                <a:cs typeface="Malgun Gothic"/>
              </a:defRPr>
            </a:pPr>
            <a:r>
              <a:rPr sz="1350" b="0">
                <a:solidFill>
                  <a:srgbClr val="5D6470"/>
                </a:solidFill>
                <a:latin typeface="Malgun Gothic"/>
                <a:ea typeface="Malgun Gothic"/>
                <a:cs typeface="Malgun Gothic"/>
              </a:rPr>
              <a:t>무엇을, 어디까지</a:t>
            </a:r>
          </a:p>
        </p:txBody>
      </p:sp>
      <p:sp>
        <p:nvSpPr>
          <p:cNvPr id="8" name="">
            <a:extLst xmlns:a="http://schemas.openxmlformats.org/drawingml/2006/main">
              <a:ext uri="{FF2B5EF4-FFF2-40B4-BE49-F238E27FC236}">
                <a16:creationId xmlns:a16="http://schemas.microsoft.com/office/drawing/2014/main" id="{6381CB5E-55A6-45FD-9A4E-3D7014685D1E}"/>
              </a:ext>
            </a:extLst>
          </p:cNvPr>
          <p:cNvSpPr>
            <a:spLocks xmlns:a="http://schemas.openxmlformats.org/drawingml/2006/main" noGrp="1"/>
          </p:cNvSpPr>
          <p:nvPr/>
        </p:nvSpPr>
        <p:spPr>
          <a:xfrm xmlns:a="http://schemas.openxmlformats.org/drawingml/2006/main">
            <a:off x="2724150" y="2152650"/>
            <a:ext cx="1866900" cy="1809750"/>
          </a:xfrm>
          <a:prstGeom xmlns:a="http://schemas.openxmlformats.org/drawingml/2006/main" prst="roundRect">
            <a:avLst>
              <a:gd name="adj" fmla="val 6316"/>
            </a:avLst>
          </a:prstGeom>
          <a:solidFill xmlns:a="http://schemas.openxmlformats.org/drawingml/2006/main">
            <a:srgbClr val="F2F2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629157F-3CBF-4AF1-A714-E955837460CA}"/>
              </a:ext>
            </a:extLst>
          </p:cNvPr>
          <p:cNvSpPr>
            <a:spLocks xmlns:a="http://schemas.openxmlformats.org/drawingml/2006/main" noGrp="1"/>
          </p:cNvSpPr>
          <p:nvPr/>
        </p:nvSpPr>
        <p:spPr>
          <a:xfrm xmlns:a="http://schemas.openxmlformats.org/drawingml/2006/main">
            <a:off x="2933700" y="2333625"/>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Malgun Gothic"/>
                <a:ea typeface="Malgun Gothic"/>
                <a:cs typeface="Malgun Gothic"/>
              </a:defRPr>
            </a:pPr>
            <a:r>
              <a:rPr sz="1350" b="1">
                <a:solidFill>
                  <a:srgbClr val="3D8DFF"/>
                </a:solidFill>
                <a:latin typeface="Malgun Gothic"/>
                <a:ea typeface="Malgun Gothic"/>
                <a:cs typeface="Malgun Gothic"/>
              </a:rPr>
              <a:t>2</a:t>
            </a:r>
          </a:p>
        </p:txBody>
      </p:sp>
      <p:sp>
        <p:nvSpPr>
          <p:cNvPr id="10" name="">
            <a:extLst xmlns:a="http://schemas.openxmlformats.org/drawingml/2006/main">
              <a:ext uri="{FF2B5EF4-FFF2-40B4-BE49-F238E27FC236}">
                <a16:creationId xmlns:a16="http://schemas.microsoft.com/office/drawing/2014/main" id="{BC7A2B69-86B7-49D8-842A-04C010995F37}"/>
              </a:ext>
            </a:extLst>
          </p:cNvPr>
          <p:cNvSpPr>
            <a:spLocks xmlns:a="http://schemas.openxmlformats.org/drawingml/2006/main" noGrp="1"/>
          </p:cNvSpPr>
          <p:nvPr/>
        </p:nvSpPr>
        <p:spPr>
          <a:xfrm xmlns:a="http://schemas.openxmlformats.org/drawingml/2006/main">
            <a:off x="2933700" y="278130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Malgun Gothic"/>
                <a:ea typeface="Malgun Gothic"/>
                <a:cs typeface="Malgun Gothic"/>
              </a:defRPr>
            </a:pPr>
            <a:r>
              <a:rPr sz="2025" b="1">
                <a:solidFill>
                  <a:srgbClr val="000000"/>
                </a:solidFill>
                <a:latin typeface="Malgun Gothic"/>
                <a:ea typeface="Malgun Gothic"/>
                <a:cs typeface="Malgun Gothic"/>
              </a:rPr>
              <a:t>상태 관찰</a:t>
            </a:r>
          </a:p>
        </p:txBody>
      </p:sp>
      <p:sp>
        <p:nvSpPr>
          <p:cNvPr id="11" name="">
            <a:extLst xmlns:a="http://schemas.openxmlformats.org/drawingml/2006/main">
              <a:ext uri="{FF2B5EF4-FFF2-40B4-BE49-F238E27FC236}">
                <a16:creationId xmlns:a16="http://schemas.microsoft.com/office/drawing/2014/main" id="{0926E106-89F9-40ED-981C-68852971EAA1}"/>
              </a:ext>
            </a:extLst>
          </p:cNvPr>
          <p:cNvSpPr>
            <a:spLocks xmlns:a="http://schemas.openxmlformats.org/drawingml/2006/main" noGrp="1"/>
          </p:cNvSpPr>
          <p:nvPr/>
        </p:nvSpPr>
        <p:spPr>
          <a:xfrm xmlns:a="http://schemas.openxmlformats.org/drawingml/2006/main">
            <a:off x="2933700" y="333375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D6470"/>
                </a:solidFill>
                <a:latin typeface="Malgun Gothic"/>
                <a:ea typeface="Malgun Gothic"/>
                <a:cs typeface="Malgun Gothic"/>
              </a:defRPr>
            </a:pPr>
            <a:r>
              <a:rPr sz="1350" b="0">
                <a:solidFill>
                  <a:srgbClr val="5D6470"/>
                </a:solidFill>
                <a:latin typeface="Malgun Gothic"/>
                <a:ea typeface="Malgun Gothic"/>
                <a:cs typeface="Malgun Gothic"/>
              </a:rPr>
              <a:t>이미 아는 것·부족한 것</a:t>
            </a:r>
          </a:p>
        </p:txBody>
      </p:sp>
      <p:sp>
        <p:nvSpPr>
          <p:cNvPr id="12" name="">
            <a:extLst xmlns:a="http://schemas.openxmlformats.org/drawingml/2006/main">
              <a:ext uri="{FF2B5EF4-FFF2-40B4-BE49-F238E27FC236}">
                <a16:creationId xmlns:a16="http://schemas.microsoft.com/office/drawing/2014/main" id="{081D41F9-1298-4ED0-8940-BB38DB50BDE1}"/>
              </a:ext>
            </a:extLst>
          </p:cNvPr>
          <p:cNvSpPr>
            <a:spLocks xmlns:a="http://schemas.openxmlformats.org/drawingml/2006/main" noGrp="1"/>
          </p:cNvSpPr>
          <p:nvPr/>
        </p:nvSpPr>
        <p:spPr>
          <a:xfrm xmlns:a="http://schemas.openxmlformats.org/drawingml/2006/main">
            <a:off x="5048250" y="2152650"/>
            <a:ext cx="1866900" cy="1809750"/>
          </a:xfrm>
          <a:prstGeom xmlns:a="http://schemas.openxmlformats.org/drawingml/2006/main" prst="roundRect">
            <a:avLst>
              <a:gd name="adj" fmla="val 6316"/>
            </a:avLst>
          </a:prstGeom>
          <a:solidFill xmlns:a="http://schemas.openxmlformats.org/drawingml/2006/main">
            <a:srgbClr val="EAF4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BAB0A63-3C72-47D1-9A07-532B902489D8}"/>
              </a:ext>
            </a:extLst>
          </p:cNvPr>
          <p:cNvSpPr>
            <a:spLocks xmlns:a="http://schemas.openxmlformats.org/drawingml/2006/main" noGrp="1"/>
          </p:cNvSpPr>
          <p:nvPr/>
        </p:nvSpPr>
        <p:spPr>
          <a:xfrm xmlns:a="http://schemas.openxmlformats.org/drawingml/2006/main">
            <a:off x="5257800" y="2333625"/>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Malgun Gothic"/>
                <a:ea typeface="Malgun Gothic"/>
                <a:cs typeface="Malgun Gothic"/>
              </a:defRPr>
            </a:pPr>
            <a:r>
              <a:rPr sz="1350" b="1">
                <a:solidFill>
                  <a:srgbClr val="3D8DFF"/>
                </a:solidFill>
                <a:latin typeface="Malgun Gothic"/>
                <a:ea typeface="Malgun Gothic"/>
                <a:cs typeface="Malgun Gothic"/>
              </a:rPr>
              <a:t>3</a:t>
            </a:r>
          </a:p>
        </p:txBody>
      </p:sp>
      <p:sp>
        <p:nvSpPr>
          <p:cNvPr id="14" name="">
            <a:extLst xmlns:a="http://schemas.openxmlformats.org/drawingml/2006/main">
              <a:ext uri="{FF2B5EF4-FFF2-40B4-BE49-F238E27FC236}">
                <a16:creationId xmlns:a16="http://schemas.microsoft.com/office/drawing/2014/main" id="{1C446F79-8F2B-4021-A729-B6B66A3F6138}"/>
              </a:ext>
            </a:extLst>
          </p:cNvPr>
          <p:cNvSpPr>
            <a:spLocks xmlns:a="http://schemas.openxmlformats.org/drawingml/2006/main" noGrp="1"/>
          </p:cNvSpPr>
          <p:nvPr/>
        </p:nvSpPr>
        <p:spPr>
          <a:xfrm xmlns:a="http://schemas.openxmlformats.org/drawingml/2006/main">
            <a:off x="5257800" y="278130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Malgun Gothic"/>
                <a:ea typeface="Malgun Gothic"/>
                <a:cs typeface="Malgun Gothic"/>
              </a:defRPr>
            </a:pPr>
            <a:r>
              <a:rPr sz="2025" b="1">
                <a:solidFill>
                  <a:srgbClr val="000000"/>
                </a:solidFill>
                <a:latin typeface="Malgun Gothic"/>
                <a:ea typeface="Malgun Gothic"/>
                <a:cs typeface="Malgun Gothic"/>
              </a:rPr>
              <a:t>다음 행동</a:t>
            </a:r>
          </a:p>
        </p:txBody>
      </p:sp>
      <p:sp>
        <p:nvSpPr>
          <p:cNvPr id="15" name="">
            <a:extLst xmlns:a="http://schemas.openxmlformats.org/drawingml/2006/main">
              <a:ext uri="{FF2B5EF4-FFF2-40B4-BE49-F238E27FC236}">
                <a16:creationId xmlns:a16="http://schemas.microsoft.com/office/drawing/2014/main" id="{41E12736-EF15-4259-AAA9-539AE911A947}"/>
              </a:ext>
            </a:extLst>
          </p:cNvPr>
          <p:cNvSpPr>
            <a:spLocks xmlns:a="http://schemas.openxmlformats.org/drawingml/2006/main" noGrp="1"/>
          </p:cNvSpPr>
          <p:nvPr/>
        </p:nvSpPr>
        <p:spPr>
          <a:xfrm xmlns:a="http://schemas.openxmlformats.org/drawingml/2006/main">
            <a:off x="5257800" y="333375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D6470"/>
                </a:solidFill>
                <a:latin typeface="Malgun Gothic"/>
                <a:ea typeface="Malgun Gothic"/>
                <a:cs typeface="Malgun Gothic"/>
              </a:defRPr>
            </a:pPr>
            <a:r>
              <a:rPr sz="1350" b="0">
                <a:solidFill>
                  <a:srgbClr val="5D6470"/>
                </a:solidFill>
                <a:latin typeface="Malgun Gothic"/>
                <a:ea typeface="Malgun Gothic"/>
                <a:cs typeface="Malgun Gothic"/>
              </a:rPr>
              <a:t>답변·질문·Tool</a:t>
            </a:r>
          </a:p>
        </p:txBody>
      </p:sp>
      <p:sp>
        <p:nvSpPr>
          <p:cNvPr id="16" name="">
            <a:extLst xmlns:a="http://schemas.openxmlformats.org/drawingml/2006/main">
              <a:ext uri="{FF2B5EF4-FFF2-40B4-BE49-F238E27FC236}">
                <a16:creationId xmlns:a16="http://schemas.microsoft.com/office/drawing/2014/main" id="{E3E9BC87-6098-47F4-8726-631678A6E5BC}"/>
              </a:ext>
            </a:extLst>
          </p:cNvPr>
          <p:cNvSpPr>
            <a:spLocks xmlns:a="http://schemas.openxmlformats.org/drawingml/2006/main" noGrp="1"/>
          </p:cNvSpPr>
          <p:nvPr/>
        </p:nvSpPr>
        <p:spPr>
          <a:xfrm xmlns:a="http://schemas.openxmlformats.org/drawingml/2006/main">
            <a:off x="7372350" y="2152650"/>
            <a:ext cx="1866900" cy="1809750"/>
          </a:xfrm>
          <a:prstGeom xmlns:a="http://schemas.openxmlformats.org/drawingml/2006/main" prst="roundRect">
            <a:avLst>
              <a:gd name="adj" fmla="val 6316"/>
            </a:avLst>
          </a:prstGeom>
          <a:solidFill xmlns:a="http://schemas.openxmlformats.org/drawingml/2006/main">
            <a:srgbClr val="F2F2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E38EE85-17F4-40B9-A9D5-205B105DB778}"/>
              </a:ext>
            </a:extLst>
          </p:cNvPr>
          <p:cNvSpPr>
            <a:spLocks xmlns:a="http://schemas.openxmlformats.org/drawingml/2006/main" noGrp="1"/>
          </p:cNvSpPr>
          <p:nvPr/>
        </p:nvSpPr>
        <p:spPr>
          <a:xfrm xmlns:a="http://schemas.openxmlformats.org/drawingml/2006/main">
            <a:off x="7581900" y="2333625"/>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Malgun Gothic"/>
                <a:ea typeface="Malgun Gothic"/>
                <a:cs typeface="Malgun Gothic"/>
              </a:defRPr>
            </a:pPr>
            <a:r>
              <a:rPr sz="1350" b="1">
                <a:solidFill>
                  <a:srgbClr val="3D8DFF"/>
                </a:solidFill>
                <a:latin typeface="Malgun Gothic"/>
                <a:ea typeface="Malgun Gothic"/>
                <a:cs typeface="Malgun Gothic"/>
              </a:rPr>
              <a:t>4</a:t>
            </a:r>
          </a:p>
        </p:txBody>
      </p:sp>
      <p:sp>
        <p:nvSpPr>
          <p:cNvPr id="18" name="">
            <a:extLst xmlns:a="http://schemas.openxmlformats.org/drawingml/2006/main">
              <a:ext uri="{FF2B5EF4-FFF2-40B4-BE49-F238E27FC236}">
                <a16:creationId xmlns:a16="http://schemas.microsoft.com/office/drawing/2014/main" id="{AC704E06-4E0B-4C06-AF8D-C400A1E598A2}"/>
              </a:ext>
            </a:extLst>
          </p:cNvPr>
          <p:cNvSpPr>
            <a:spLocks xmlns:a="http://schemas.openxmlformats.org/drawingml/2006/main" noGrp="1"/>
          </p:cNvSpPr>
          <p:nvPr/>
        </p:nvSpPr>
        <p:spPr>
          <a:xfrm xmlns:a="http://schemas.openxmlformats.org/drawingml/2006/main">
            <a:off x="7581900" y="278130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Malgun Gothic"/>
                <a:ea typeface="Malgun Gothic"/>
                <a:cs typeface="Malgun Gothic"/>
              </a:defRPr>
            </a:pPr>
            <a:r>
              <a:rPr sz="2025" b="1">
                <a:solidFill>
                  <a:srgbClr val="000000"/>
                </a:solidFill>
                <a:latin typeface="Malgun Gothic"/>
                <a:ea typeface="Malgun Gothic"/>
                <a:cs typeface="Malgun Gothic"/>
              </a:rPr>
              <a:t>실행·검증</a:t>
            </a:r>
          </a:p>
        </p:txBody>
      </p:sp>
      <p:sp>
        <p:nvSpPr>
          <p:cNvPr id="19" name="">
            <a:extLst xmlns:a="http://schemas.openxmlformats.org/drawingml/2006/main">
              <a:ext uri="{FF2B5EF4-FFF2-40B4-BE49-F238E27FC236}">
                <a16:creationId xmlns:a16="http://schemas.microsoft.com/office/drawing/2014/main" id="{FD32DBEA-D9BC-46E8-89F3-2A173370A3D6}"/>
              </a:ext>
            </a:extLst>
          </p:cNvPr>
          <p:cNvSpPr>
            <a:spLocks xmlns:a="http://schemas.openxmlformats.org/drawingml/2006/main" noGrp="1"/>
          </p:cNvSpPr>
          <p:nvPr/>
        </p:nvSpPr>
        <p:spPr>
          <a:xfrm xmlns:a="http://schemas.openxmlformats.org/drawingml/2006/main">
            <a:off x="7581900" y="333375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D6470"/>
                </a:solidFill>
                <a:latin typeface="Malgun Gothic"/>
                <a:ea typeface="Malgun Gothic"/>
                <a:cs typeface="Malgun Gothic"/>
              </a:defRPr>
            </a:pPr>
            <a:r>
              <a:rPr sz="1350" b="0">
                <a:solidFill>
                  <a:srgbClr val="5D6470"/>
                </a:solidFill>
                <a:latin typeface="Malgun Gothic"/>
                <a:ea typeface="Malgun Gothic"/>
                <a:cs typeface="Malgun Gothic"/>
              </a:rPr>
              <a:t>Schema·권한·실행</a:t>
            </a:r>
          </a:p>
        </p:txBody>
      </p:sp>
      <p:sp>
        <p:nvSpPr>
          <p:cNvPr id="20" name="">
            <a:extLst xmlns:a="http://schemas.openxmlformats.org/drawingml/2006/main">
              <a:ext uri="{FF2B5EF4-FFF2-40B4-BE49-F238E27FC236}">
                <a16:creationId xmlns:a16="http://schemas.microsoft.com/office/drawing/2014/main" id="{EF104829-3BDF-4302-9259-E1B4A3067848}"/>
              </a:ext>
            </a:extLst>
          </p:cNvPr>
          <p:cNvSpPr>
            <a:spLocks xmlns:a="http://schemas.openxmlformats.org/drawingml/2006/main" noGrp="1"/>
          </p:cNvSpPr>
          <p:nvPr/>
        </p:nvSpPr>
        <p:spPr>
          <a:xfrm xmlns:a="http://schemas.openxmlformats.org/drawingml/2006/main">
            <a:off x="9696450" y="2152650"/>
            <a:ext cx="1866900" cy="1809750"/>
          </a:xfrm>
          <a:prstGeom xmlns:a="http://schemas.openxmlformats.org/drawingml/2006/main" prst="roundRect">
            <a:avLst>
              <a:gd name="adj" fmla="val 6316"/>
            </a:avLst>
          </a:prstGeom>
          <a:solidFill xmlns:a="http://schemas.openxmlformats.org/drawingml/2006/main">
            <a:srgbClr val="F2F2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58AF862-EF14-4374-9D92-9576CBBA38EB}"/>
              </a:ext>
            </a:extLst>
          </p:cNvPr>
          <p:cNvSpPr>
            <a:spLocks xmlns:a="http://schemas.openxmlformats.org/drawingml/2006/main" noGrp="1"/>
          </p:cNvSpPr>
          <p:nvPr/>
        </p:nvSpPr>
        <p:spPr>
          <a:xfrm xmlns:a="http://schemas.openxmlformats.org/drawingml/2006/main">
            <a:off x="9906000" y="2333625"/>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Malgun Gothic"/>
                <a:ea typeface="Malgun Gothic"/>
                <a:cs typeface="Malgun Gothic"/>
              </a:defRPr>
            </a:pPr>
            <a:r>
              <a:rPr sz="1350" b="1">
                <a:solidFill>
                  <a:srgbClr val="3D8DFF"/>
                </a:solidFill>
                <a:latin typeface="Malgun Gothic"/>
                <a:ea typeface="Malgun Gothic"/>
                <a:cs typeface="Malgun Gothic"/>
              </a:rPr>
              <a:t>5</a:t>
            </a:r>
          </a:p>
        </p:txBody>
      </p:sp>
      <p:sp>
        <p:nvSpPr>
          <p:cNvPr id="22" name="">
            <a:extLst xmlns:a="http://schemas.openxmlformats.org/drawingml/2006/main">
              <a:ext uri="{FF2B5EF4-FFF2-40B4-BE49-F238E27FC236}">
                <a16:creationId xmlns:a16="http://schemas.microsoft.com/office/drawing/2014/main" id="{0EB318DD-240C-4160-97C6-E83C71E7D1EA}"/>
              </a:ext>
            </a:extLst>
          </p:cNvPr>
          <p:cNvSpPr>
            <a:spLocks xmlns:a="http://schemas.openxmlformats.org/drawingml/2006/main" noGrp="1"/>
          </p:cNvSpPr>
          <p:nvPr/>
        </p:nvSpPr>
        <p:spPr>
          <a:xfrm xmlns:a="http://schemas.openxmlformats.org/drawingml/2006/main">
            <a:off x="9906000" y="278130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Malgun Gothic"/>
                <a:ea typeface="Malgun Gothic"/>
                <a:cs typeface="Malgun Gothic"/>
              </a:defRPr>
            </a:pPr>
            <a:r>
              <a:rPr sz="2025" b="1">
                <a:solidFill>
                  <a:srgbClr val="000000"/>
                </a:solidFill>
                <a:latin typeface="Malgun Gothic"/>
                <a:ea typeface="Malgun Gothic"/>
                <a:cs typeface="Malgun Gothic"/>
              </a:rPr>
              <a:t>결과 판단</a:t>
            </a:r>
          </a:p>
        </p:txBody>
      </p:sp>
      <p:sp>
        <p:nvSpPr>
          <p:cNvPr id="23" name="">
            <a:extLst xmlns:a="http://schemas.openxmlformats.org/drawingml/2006/main">
              <a:ext uri="{FF2B5EF4-FFF2-40B4-BE49-F238E27FC236}">
                <a16:creationId xmlns:a16="http://schemas.microsoft.com/office/drawing/2014/main" id="{B87A165F-802D-4754-8185-B8A4EAFD1020}"/>
              </a:ext>
            </a:extLst>
          </p:cNvPr>
          <p:cNvSpPr>
            <a:spLocks xmlns:a="http://schemas.openxmlformats.org/drawingml/2006/main" noGrp="1"/>
          </p:cNvSpPr>
          <p:nvPr/>
        </p:nvSpPr>
        <p:spPr>
          <a:xfrm xmlns:a="http://schemas.openxmlformats.org/drawingml/2006/main">
            <a:off x="9906000" y="333375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D6470"/>
                </a:solidFill>
                <a:latin typeface="Malgun Gothic"/>
                <a:ea typeface="Malgun Gothic"/>
                <a:cs typeface="Malgun Gothic"/>
              </a:defRPr>
            </a:pPr>
            <a:r>
              <a:rPr sz="1350" b="0">
                <a:solidFill>
                  <a:srgbClr val="5D6470"/>
                </a:solidFill>
                <a:latin typeface="Malgun Gothic"/>
                <a:ea typeface="Malgun Gothic"/>
                <a:cs typeface="Malgun Gothic"/>
              </a:rPr>
              <a:t>계속·승인·종료</a:t>
            </a:r>
          </a:p>
        </p:txBody>
      </p:sp>
      <p:cxnSp>
        <p:nvCxnSpPr>
          <p:cNvPr id="55" name=""/>
          <p:cNvCxnSpPr>
            <a:stCxn xmlns:a="http://schemas.openxmlformats.org/drawingml/2006/main" id="4" idx="3"/>
            <a:endCxn xmlns:a="http://schemas.openxmlformats.org/drawingml/2006/main" id="8" idx="1"/>
          </p:cNvCxnSpPr>
          <p:nvPr/>
        </p:nvCxnSpPr>
        <p:spPr>
          <a:xfrm xmlns:a="http://schemas.openxmlformats.org/drawingml/2006/main">
            <a:off x="2266950" y="3057525"/>
            <a:ext cx="457200" cy="0"/>
          </a:xfrm>
          <a:prstGeom xmlns:a="http://schemas.openxmlformats.org/drawingml/2006/main" prst="straightConnector1">
            <a:avLst/>
          </a:prstGeom>
          <a:ln xmlns:a="http://schemas.openxmlformats.org/drawingml/2006/main" w="19050">
            <a:solidFill>
              <a:srgbClr val="000000"/>
            </a:solidFill>
            <a:prstDash val="solid"/>
            <a:tailEnd type="arrow" w="med" len="med"/>
          </a:ln>
        </p:spPr>
      </p:cxnSp>
      <p:cxnSp>
        <p:nvCxnSpPr>
          <p:cNvPr id="56" name=""/>
          <p:cNvCxnSpPr>
            <a:stCxn xmlns:a="http://schemas.openxmlformats.org/drawingml/2006/main" id="8" idx="3"/>
            <a:endCxn xmlns:a="http://schemas.openxmlformats.org/drawingml/2006/main" id="12" idx="1"/>
          </p:cNvCxnSpPr>
          <p:nvPr/>
        </p:nvCxnSpPr>
        <p:spPr>
          <a:xfrm xmlns:a="http://schemas.openxmlformats.org/drawingml/2006/main">
            <a:off x="4591050" y="3057525"/>
            <a:ext cx="457200" cy="0"/>
          </a:xfrm>
          <a:prstGeom xmlns:a="http://schemas.openxmlformats.org/drawingml/2006/main" prst="straightConnector1">
            <a:avLst/>
          </a:prstGeom>
          <a:ln xmlns:a="http://schemas.openxmlformats.org/drawingml/2006/main" w="19050">
            <a:solidFill>
              <a:srgbClr val="000000"/>
            </a:solidFill>
            <a:prstDash val="solid"/>
            <a:tailEnd type="arrow" w="med" len="med"/>
          </a:ln>
        </p:spPr>
      </p:cxnSp>
      <p:cxnSp>
        <p:nvCxnSpPr>
          <p:cNvPr id="57" name=""/>
          <p:cNvCxnSpPr>
            <a:stCxn xmlns:a="http://schemas.openxmlformats.org/drawingml/2006/main" id="12" idx="3"/>
            <a:endCxn xmlns:a="http://schemas.openxmlformats.org/drawingml/2006/main" id="16" idx="1"/>
          </p:cNvCxnSpPr>
          <p:nvPr/>
        </p:nvCxnSpPr>
        <p:spPr>
          <a:xfrm xmlns:a="http://schemas.openxmlformats.org/drawingml/2006/main">
            <a:off x="6915150" y="3057525"/>
            <a:ext cx="457200" cy="0"/>
          </a:xfrm>
          <a:prstGeom xmlns:a="http://schemas.openxmlformats.org/drawingml/2006/main" prst="straightConnector1">
            <a:avLst/>
          </a:prstGeom>
          <a:ln xmlns:a="http://schemas.openxmlformats.org/drawingml/2006/main" w="19050">
            <a:solidFill>
              <a:srgbClr val="000000"/>
            </a:solidFill>
            <a:prstDash val="solid"/>
            <a:tailEnd type="arrow" w="med" len="med"/>
          </a:ln>
        </p:spPr>
      </p:cxnSp>
      <p:cxnSp>
        <p:nvCxnSpPr>
          <p:cNvPr id="58" name=""/>
          <p:cNvCxnSpPr>
            <a:stCxn xmlns:a="http://schemas.openxmlformats.org/drawingml/2006/main" id="16" idx="3"/>
            <a:endCxn xmlns:a="http://schemas.openxmlformats.org/drawingml/2006/main" id="20" idx="1"/>
          </p:cNvCxnSpPr>
          <p:nvPr/>
        </p:nvCxnSpPr>
        <p:spPr>
          <a:xfrm xmlns:a="http://schemas.openxmlformats.org/drawingml/2006/main">
            <a:off x="9239250" y="3057525"/>
            <a:ext cx="457200" cy="0"/>
          </a:xfrm>
          <a:prstGeom xmlns:a="http://schemas.openxmlformats.org/drawingml/2006/main" prst="straightConnector1">
            <a:avLst/>
          </a:prstGeom>
          <a:ln xmlns:a="http://schemas.openxmlformats.org/drawingml/2006/main" w="19050">
            <a:solidFill>
              <a:srgbClr val="000000"/>
            </a:solidFill>
            <a:prstDash val="solid"/>
            <a:tailEnd type="arrow" w="med" len="med"/>
          </a:ln>
        </p:spPr>
      </p:cxnSp>
      <p:cxnSp>
        <p:nvCxnSpPr>
          <p:cNvPr id="59" name=""/>
          <p:cNvCxnSpPr>
            <a:stCxn xmlns:a="http://schemas.openxmlformats.org/drawingml/2006/main" id="20" idx="2"/>
            <a:endCxn xmlns:a="http://schemas.openxmlformats.org/drawingml/2006/main" id="8" idx="2"/>
          </p:cNvCxnSpPr>
          <p:nvPr/>
        </p:nvCxnSpPr>
        <p:spPr>
          <a:xfrm xmlns:a="http://schemas.openxmlformats.org/drawingml/2006/main" flipH="1">
            <a:off x="3657600" y="3962400"/>
            <a:ext cx="6972300" cy="228600"/>
          </a:xfrm>
          <a:prstGeom xmlns:a="http://schemas.openxmlformats.org/drawingml/2006/main" prst="bentConnector4">
            <a:avLst/>
          </a:prstGeom>
          <a:ln xmlns:a="http://schemas.openxmlformats.org/drawingml/2006/main" w="19050">
            <a:solidFill>
              <a:srgbClr val="3D8DFF"/>
            </a:solidFill>
            <a:prstDash val="solid"/>
            <a:tailEnd type="arrow" w="med" len="med"/>
          </a:ln>
        </p:spPr>
      </p:cxnSp>
      <p:sp>
        <p:nvSpPr>
          <p:cNvPr id="29" name="">
            <a:extLst xmlns:a="http://schemas.openxmlformats.org/drawingml/2006/main">
              <a:ext uri="{FF2B5EF4-FFF2-40B4-BE49-F238E27FC236}">
                <a16:creationId xmlns:a16="http://schemas.microsoft.com/office/drawing/2014/main" id="{48E52DC7-FA83-46BB-88DA-A45E7B805822}"/>
              </a:ext>
            </a:extLst>
          </p:cNvPr>
          <p:cNvSpPr>
            <a:spLocks xmlns:a="http://schemas.openxmlformats.org/drawingml/2006/main" noGrp="1"/>
          </p:cNvSpPr>
          <p:nvPr/>
        </p:nvSpPr>
        <p:spPr>
          <a:xfrm xmlns:a="http://schemas.openxmlformats.org/drawingml/2006/main">
            <a:off x="5048250" y="1609725"/>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3D8DFF"/>
                </a:solidFill>
                <a:latin typeface="Malgun Gothic"/>
                <a:ea typeface="Malgun Gothic"/>
                <a:cs typeface="Malgun Gothic"/>
              </a:defRPr>
            </a:pPr>
            <a:r>
              <a:rPr sz="1275" b="1">
                <a:solidFill>
                  <a:srgbClr val="3D8DFF"/>
                </a:solidFill>
                <a:latin typeface="Malgun Gothic"/>
                <a:ea typeface="Malgun Gothic"/>
                <a:cs typeface="Malgun Gothic"/>
              </a:rPr>
              <a:t>LLM의 역할</a:t>
            </a:r>
          </a:p>
        </p:txBody>
      </p:sp>
      <p:sp>
        <p:nvSpPr>
          <p:cNvPr id="30" name="">
            <a:extLst xmlns:a="http://schemas.openxmlformats.org/drawingml/2006/main">
              <a:ext uri="{FF2B5EF4-FFF2-40B4-BE49-F238E27FC236}">
                <a16:creationId xmlns:a16="http://schemas.microsoft.com/office/drawing/2014/main" id="{05C4DEF7-DDD7-4631-AA87-EDD07D1166E2}"/>
              </a:ext>
            </a:extLst>
          </p:cNvPr>
          <p:cNvSpPr>
            <a:spLocks xmlns:a="http://schemas.openxmlformats.org/drawingml/2006/main" noGrp="1"/>
          </p:cNvSpPr>
          <p:nvPr/>
        </p:nvSpPr>
        <p:spPr>
          <a:xfrm xmlns:a="http://schemas.openxmlformats.org/drawingml/2006/main">
            <a:off x="2343150" y="4819650"/>
            <a:ext cx="752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000000"/>
                </a:solidFill>
                <a:latin typeface="Malgun Gothic"/>
                <a:ea typeface="Malgun Gothic"/>
                <a:cs typeface="Malgun Gothic"/>
              </a:defRPr>
            </a:pPr>
            <a:r>
              <a:rPr sz="1800" b="1">
                <a:solidFill>
                  <a:srgbClr val="000000"/>
                </a:solidFill>
                <a:latin typeface="Malgun Gothic"/>
                <a:ea typeface="Malgun Gothic"/>
                <a:cs typeface="Malgun Gothic"/>
              </a:rPr>
              <a:t>반복 횟수 · 비용 · 시간 · 중복 호출 · 사람 승인 · 종료 조건</a:t>
            </a:r>
          </a:p>
        </p:txBody>
      </p:sp>
      <p:sp>
        <p:nvSpPr>
          <p:cNvPr id="31" name="">
            <a:extLst xmlns:a="http://schemas.openxmlformats.org/drawingml/2006/main">
              <a:ext uri="{FF2B5EF4-FFF2-40B4-BE49-F238E27FC236}">
                <a16:creationId xmlns:a16="http://schemas.microsoft.com/office/drawing/2014/main" id="{65D0DB65-DCB2-4AA4-A7B3-01E2A8F90F16}"/>
              </a:ext>
            </a:extLst>
          </p:cNvPr>
          <p:cNvSpPr>
            <a:spLocks xmlns:a="http://schemas.openxmlformats.org/drawingml/2006/main" noGrp="1"/>
          </p:cNvSpPr>
          <p:nvPr/>
        </p:nvSpPr>
        <p:spPr>
          <a:xfrm xmlns:a="http://schemas.openxmlformats.org/drawingml/2006/main">
            <a:off x="1600200" y="5448300"/>
            <a:ext cx="8991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0">
                <a:solidFill>
                  <a:srgbClr val="5D6470"/>
                </a:solidFill>
                <a:latin typeface="Malgun Gothic"/>
                <a:ea typeface="Malgun Gothic"/>
                <a:cs typeface="Malgun Gothic"/>
              </a:defRPr>
            </a:pPr>
            <a:r>
              <a:rPr sz="1800" b="0">
                <a:solidFill>
                  <a:srgbClr val="5D6470"/>
                </a:solidFill>
                <a:latin typeface="Malgun Gothic"/>
                <a:ea typeface="Malgun Gothic"/>
                <a:cs typeface="Malgun Gothic"/>
              </a:rPr>
              <a:t>좋은 Loop는 오래 도는 Loop가 아니라, 필요한 행동만 하고 충분하면 멈추는 Loop다.</a:t>
            </a:r>
          </a:p>
        </p:txBody>
      </p:sp>
    </p:spTree>
    <p:extLst>
      <p:ext uri="{BB962C8B-B14F-4D97-AF65-F5344CB8AC3E}">
        <p14:creationId xmlns:p14="http://schemas.microsoft.com/office/powerpoint/2010/main" val="17340988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C8EBABF-CA4D-4B8A-97A6-08E6D21F4588}"/>
              </a:ext>
            </a:extLst>
          </p:cNvPr>
          <p:cNvSpPr>
            <a:spLocks xmlns:a="http://schemas.openxmlformats.org/drawingml/2006/main" noGrp="1"/>
          </p:cNvSpPr>
          <p:nvPr/>
        </p:nvSpPr>
        <p:spPr>
          <a:xfrm xmlns:a="http://schemas.openxmlformats.org/drawingml/2006/main">
            <a:off x="400050" y="2095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Malgun Gothic"/>
                <a:ea typeface="Malgun Gothic"/>
                <a:cs typeface="Malgun Gothic"/>
              </a:defRPr>
            </a:pPr>
            <a:r>
              <a:rPr sz="1050" b="1">
                <a:solidFill>
                  <a:srgbClr val="3D8DFF"/>
                </a:solidFill>
                <a:latin typeface="Malgun Gothic"/>
                <a:ea typeface="Malgun Gothic"/>
                <a:cs typeface="Malgun Gothic"/>
              </a:rPr>
              <a:t>AI AGENT DESIGN</a:t>
            </a:r>
          </a:p>
        </p:txBody>
      </p:sp>
      <p:sp>
        <p:nvSpPr>
          <p:cNvPr id="2" name="">
            <a:extLst xmlns:a="http://schemas.openxmlformats.org/drawingml/2006/main">
              <a:ext uri="{FF2B5EF4-FFF2-40B4-BE49-F238E27FC236}">
                <a16:creationId xmlns:a16="http://schemas.microsoft.com/office/drawing/2014/main" id="{62D3BB10-80D7-4217-AF3C-C0C053B8222B}"/>
              </a:ext>
            </a:extLst>
          </p:cNvPr>
          <p:cNvSpPr>
            <a:spLocks xmlns:a="http://schemas.openxmlformats.org/drawingml/2006/main" noGrp="1"/>
          </p:cNvSpPr>
          <p:nvPr/>
        </p:nvSpPr>
        <p:spPr>
          <a:xfrm xmlns:a="http://schemas.openxmlformats.org/drawingml/2006/main">
            <a:off x="390525" y="457200"/>
            <a:ext cx="11410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000000"/>
                </a:solidFill>
                <a:latin typeface="Malgun Gothic"/>
                <a:ea typeface="Malgun Gothic"/>
                <a:cs typeface="Malgun Gothic"/>
              </a:defRPr>
            </a:pPr>
            <a:r>
              <a:rPr sz="3450" b="1">
                <a:solidFill>
                  <a:srgbClr val="000000"/>
                </a:solidFill>
                <a:latin typeface="Malgun Gothic"/>
                <a:ea typeface="Malgun Gothic"/>
                <a:cs typeface="Malgun Gothic"/>
              </a:rPr>
              <a:t>Loop·Compact·Tool·Sub-agent: 역할은 다르지만 경계가 먼저다</a:t>
            </a:r>
          </a:p>
        </p:txBody>
      </p:sp>
      <p:sp>
        <p:nvSpPr>
          <p:cNvPr id="3" name="">
            <a:extLst xmlns:a="http://schemas.openxmlformats.org/drawingml/2006/main">
              <a:ext uri="{FF2B5EF4-FFF2-40B4-BE49-F238E27FC236}">
                <a16:creationId xmlns:a16="http://schemas.microsoft.com/office/drawing/2014/main" id="{B1E7C96C-5C4E-45CC-B2BA-BC743FBEDD04}"/>
              </a:ext>
            </a:extLst>
          </p:cNvPr>
          <p:cNvSpPr>
            <a:spLocks xmlns:a="http://schemas.openxmlformats.org/drawingml/2006/main" noGrp="1"/>
          </p:cNvSpPr>
          <p:nvPr/>
        </p:nvSpPr>
        <p:spPr>
          <a:xfrm xmlns:a="http://schemas.openxmlformats.org/drawingml/2006/main">
            <a:off x="11277600" y="63341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D6470"/>
                </a:solidFill>
                <a:latin typeface="Malgun Gothic"/>
                <a:ea typeface="Malgun Gothic"/>
                <a:cs typeface="Malgun Gothic"/>
              </a:defRPr>
            </a:pPr>
            <a:r>
              <a:rPr sz="1050" b="0">
                <a:solidFill>
                  <a:srgbClr val="5D6470"/>
                </a:solidFill>
                <a:latin typeface="Malgun Gothic"/>
                <a:ea typeface="Malgun Gothic"/>
                <a:cs typeface="Malgun Gothic"/>
              </a:rPr>
              <a:t>05</a:t>
            </a:r>
          </a:p>
        </p:txBody>
      </p:sp>
      <p:sp>
        <p:nvSpPr>
          <p:cNvPr id="4" name="">
            <a:extLst xmlns:a="http://schemas.openxmlformats.org/drawingml/2006/main">
              <a:ext uri="{FF2B5EF4-FFF2-40B4-BE49-F238E27FC236}">
                <a16:creationId xmlns:a16="http://schemas.microsoft.com/office/drawing/2014/main" id="{368BC0C9-BCA7-45AD-BA5B-C8A37DC3A62E}"/>
              </a:ext>
            </a:extLst>
          </p:cNvPr>
          <p:cNvSpPr>
            <a:spLocks xmlns:a="http://schemas.openxmlformats.org/drawingml/2006/main" noGrp="1"/>
          </p:cNvSpPr>
          <p:nvPr/>
        </p:nvSpPr>
        <p:spPr>
          <a:xfrm xmlns:a="http://schemas.openxmlformats.org/drawingml/2006/main">
            <a:off x="400050" y="1495425"/>
            <a:ext cx="5534025" cy="2105025"/>
          </a:xfrm>
          <a:prstGeom xmlns:a="http://schemas.openxmlformats.org/drawingml/2006/main" prst="roundRect">
            <a:avLst>
              <a:gd name="adj" fmla="val 5430"/>
            </a:avLst>
          </a:prstGeom>
          <a:solidFill xmlns:a="http://schemas.openxmlformats.org/drawingml/2006/main">
            <a:srgbClr val="F2F2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59F7FDC-2C71-4F6B-83BC-5D306C901C5C}"/>
              </a:ext>
            </a:extLst>
          </p:cNvPr>
          <p:cNvSpPr>
            <a:spLocks xmlns:a="http://schemas.openxmlformats.org/drawingml/2006/main" noGrp="1"/>
          </p:cNvSpPr>
          <p:nvPr/>
        </p:nvSpPr>
        <p:spPr>
          <a:xfrm xmlns:a="http://schemas.openxmlformats.org/drawingml/2006/main">
            <a:off x="628650" y="1685925"/>
            <a:ext cx="5076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CONTROL</a:t>
            </a:r>
          </a:p>
        </p:txBody>
      </p:sp>
      <p:sp>
        <p:nvSpPr>
          <p:cNvPr id="6" name="">
            <a:extLst xmlns:a="http://schemas.openxmlformats.org/drawingml/2006/main">
              <a:ext uri="{FF2B5EF4-FFF2-40B4-BE49-F238E27FC236}">
                <a16:creationId xmlns:a16="http://schemas.microsoft.com/office/drawing/2014/main" id="{C8C6D514-B316-446B-9657-9EB68DF9F7FC}"/>
              </a:ext>
            </a:extLst>
          </p:cNvPr>
          <p:cNvSpPr>
            <a:spLocks xmlns:a="http://schemas.openxmlformats.org/drawingml/2006/main" noGrp="1"/>
          </p:cNvSpPr>
          <p:nvPr/>
        </p:nvSpPr>
        <p:spPr>
          <a:xfrm xmlns:a="http://schemas.openxmlformats.org/drawingml/2006/main">
            <a:off x="628650" y="2009775"/>
            <a:ext cx="5076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Loop</a:t>
            </a:r>
          </a:p>
        </p:txBody>
      </p:sp>
      <p:sp>
        <p:nvSpPr>
          <p:cNvPr id="7" name="">
            <a:extLst xmlns:a="http://schemas.openxmlformats.org/drawingml/2006/main">
              <a:ext uri="{FF2B5EF4-FFF2-40B4-BE49-F238E27FC236}">
                <a16:creationId xmlns:a16="http://schemas.microsoft.com/office/drawing/2014/main" id="{BC134241-79AE-4587-AD54-0B440C717632}"/>
              </a:ext>
            </a:extLst>
          </p:cNvPr>
          <p:cNvSpPr>
            <a:spLocks xmlns:a="http://schemas.openxmlformats.org/drawingml/2006/main" noGrp="1"/>
          </p:cNvSpPr>
          <p:nvPr/>
        </p:nvSpPr>
        <p:spPr>
          <a:xfrm xmlns:a="http://schemas.openxmlformats.org/drawingml/2006/main">
            <a:off x="628650" y="2628900"/>
            <a:ext cx="50768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반복 제어</a:t>
            </a:r>
          </a:p>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언제 시작·재시도·중단·승인할 것인가</a:t>
            </a:r>
          </a:p>
        </p:txBody>
      </p:sp>
      <p:sp>
        <p:nvSpPr>
          <p:cNvPr id="8" name="">
            <a:extLst xmlns:a="http://schemas.openxmlformats.org/drawingml/2006/main">
              <a:ext uri="{FF2B5EF4-FFF2-40B4-BE49-F238E27FC236}">
                <a16:creationId xmlns:a16="http://schemas.microsoft.com/office/drawing/2014/main" id="{B322DF2D-D54C-4060-862F-17464119455F}"/>
              </a:ext>
            </a:extLst>
          </p:cNvPr>
          <p:cNvSpPr>
            <a:spLocks xmlns:a="http://schemas.openxmlformats.org/drawingml/2006/main" noGrp="1"/>
          </p:cNvSpPr>
          <p:nvPr/>
        </p:nvSpPr>
        <p:spPr>
          <a:xfrm xmlns:a="http://schemas.openxmlformats.org/drawingml/2006/main">
            <a:off x="6257925" y="1495425"/>
            <a:ext cx="5534025" cy="2105025"/>
          </a:xfrm>
          <a:prstGeom xmlns:a="http://schemas.openxmlformats.org/drawingml/2006/main" prst="roundRect">
            <a:avLst>
              <a:gd name="adj" fmla="val 5430"/>
            </a:avLst>
          </a:prstGeom>
          <a:solidFill xmlns:a="http://schemas.openxmlformats.org/drawingml/2006/main">
            <a:srgbClr val="F2F2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CE4C9EB-58B5-43A2-ABA8-AAD463683A5D}"/>
              </a:ext>
            </a:extLst>
          </p:cNvPr>
          <p:cNvSpPr>
            <a:spLocks xmlns:a="http://schemas.openxmlformats.org/drawingml/2006/main" noGrp="1"/>
          </p:cNvSpPr>
          <p:nvPr/>
        </p:nvSpPr>
        <p:spPr>
          <a:xfrm xmlns:a="http://schemas.openxmlformats.org/drawingml/2006/main">
            <a:off x="6486525" y="1685925"/>
            <a:ext cx="5076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MEMORY</a:t>
            </a:r>
          </a:p>
        </p:txBody>
      </p:sp>
      <p:sp>
        <p:nvSpPr>
          <p:cNvPr id="10" name="">
            <a:extLst xmlns:a="http://schemas.openxmlformats.org/drawingml/2006/main">
              <a:ext uri="{FF2B5EF4-FFF2-40B4-BE49-F238E27FC236}">
                <a16:creationId xmlns:a16="http://schemas.microsoft.com/office/drawing/2014/main" id="{BA7F9123-1F23-47A3-80C6-196907F2B525}"/>
              </a:ext>
            </a:extLst>
          </p:cNvPr>
          <p:cNvSpPr>
            <a:spLocks xmlns:a="http://schemas.openxmlformats.org/drawingml/2006/main" noGrp="1"/>
          </p:cNvSpPr>
          <p:nvPr/>
        </p:nvSpPr>
        <p:spPr>
          <a:xfrm xmlns:a="http://schemas.openxmlformats.org/drawingml/2006/main">
            <a:off x="6486525" y="2009775"/>
            <a:ext cx="5076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Compact</a:t>
            </a:r>
          </a:p>
        </p:txBody>
      </p:sp>
      <p:sp>
        <p:nvSpPr>
          <p:cNvPr id="11" name="">
            <a:extLst xmlns:a="http://schemas.openxmlformats.org/drawingml/2006/main">
              <a:ext uri="{FF2B5EF4-FFF2-40B4-BE49-F238E27FC236}">
                <a16:creationId xmlns:a16="http://schemas.microsoft.com/office/drawing/2014/main" id="{73694409-EA84-4FD5-AA24-55CFC5C22E24}"/>
              </a:ext>
            </a:extLst>
          </p:cNvPr>
          <p:cNvSpPr>
            <a:spLocks xmlns:a="http://schemas.openxmlformats.org/drawingml/2006/main" noGrp="1"/>
          </p:cNvSpPr>
          <p:nvPr/>
        </p:nvSpPr>
        <p:spPr>
          <a:xfrm xmlns:a="http://schemas.openxmlformats.org/drawingml/2006/main">
            <a:off x="6486525" y="2628900"/>
            <a:ext cx="50768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작업 상태 압축</a:t>
            </a:r>
          </a:p>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목표·근거·결정·남은 일을 무엇까지 보존할 것인가</a:t>
            </a:r>
          </a:p>
        </p:txBody>
      </p:sp>
      <p:sp>
        <p:nvSpPr>
          <p:cNvPr id="12" name="">
            <a:extLst xmlns:a="http://schemas.openxmlformats.org/drawingml/2006/main">
              <a:ext uri="{FF2B5EF4-FFF2-40B4-BE49-F238E27FC236}">
                <a16:creationId xmlns:a16="http://schemas.microsoft.com/office/drawing/2014/main" id="{5E23A327-8FA3-4168-8227-5FBCC397C341}"/>
              </a:ext>
            </a:extLst>
          </p:cNvPr>
          <p:cNvSpPr>
            <a:spLocks xmlns:a="http://schemas.openxmlformats.org/drawingml/2006/main" noGrp="1"/>
          </p:cNvSpPr>
          <p:nvPr/>
        </p:nvSpPr>
        <p:spPr>
          <a:xfrm xmlns:a="http://schemas.openxmlformats.org/drawingml/2006/main">
            <a:off x="400050" y="3781425"/>
            <a:ext cx="5534025" cy="2105025"/>
          </a:xfrm>
          <a:prstGeom xmlns:a="http://schemas.openxmlformats.org/drawingml/2006/main" prst="roundRect">
            <a:avLst>
              <a:gd name="adj" fmla="val 5430"/>
            </a:avLst>
          </a:prstGeom>
          <a:solidFill xmlns:a="http://schemas.openxmlformats.org/drawingml/2006/main">
            <a:srgbClr val="EAF4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84FF652-5CBF-423C-B7DA-D5E53CF4F6FD}"/>
              </a:ext>
            </a:extLst>
          </p:cNvPr>
          <p:cNvSpPr>
            <a:spLocks xmlns:a="http://schemas.openxmlformats.org/drawingml/2006/main" noGrp="1"/>
          </p:cNvSpPr>
          <p:nvPr/>
        </p:nvSpPr>
        <p:spPr>
          <a:xfrm xmlns:a="http://schemas.openxmlformats.org/drawingml/2006/main">
            <a:off x="628650" y="3971925"/>
            <a:ext cx="5076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ACTION</a:t>
            </a:r>
          </a:p>
        </p:txBody>
      </p:sp>
      <p:sp>
        <p:nvSpPr>
          <p:cNvPr id="14" name="">
            <a:extLst xmlns:a="http://schemas.openxmlformats.org/drawingml/2006/main">
              <a:ext uri="{FF2B5EF4-FFF2-40B4-BE49-F238E27FC236}">
                <a16:creationId xmlns:a16="http://schemas.microsoft.com/office/drawing/2014/main" id="{3AD58BEB-4C46-475E-903C-C5BC9A903362}"/>
              </a:ext>
            </a:extLst>
          </p:cNvPr>
          <p:cNvSpPr>
            <a:spLocks xmlns:a="http://schemas.openxmlformats.org/drawingml/2006/main" noGrp="1"/>
          </p:cNvSpPr>
          <p:nvPr/>
        </p:nvSpPr>
        <p:spPr>
          <a:xfrm xmlns:a="http://schemas.openxmlformats.org/drawingml/2006/main">
            <a:off x="628650" y="4295775"/>
            <a:ext cx="5076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Tool</a:t>
            </a:r>
          </a:p>
        </p:txBody>
      </p:sp>
      <p:sp>
        <p:nvSpPr>
          <p:cNvPr id="15" name="">
            <a:extLst xmlns:a="http://schemas.openxmlformats.org/drawingml/2006/main">
              <a:ext uri="{FF2B5EF4-FFF2-40B4-BE49-F238E27FC236}">
                <a16:creationId xmlns:a16="http://schemas.microsoft.com/office/drawing/2014/main" id="{C8111107-9F66-42EE-8155-3BE054351570}"/>
              </a:ext>
            </a:extLst>
          </p:cNvPr>
          <p:cNvSpPr>
            <a:spLocks xmlns:a="http://schemas.openxmlformats.org/drawingml/2006/main" noGrp="1"/>
          </p:cNvSpPr>
          <p:nvPr/>
        </p:nvSpPr>
        <p:spPr>
          <a:xfrm xmlns:a="http://schemas.openxmlformats.org/drawingml/2006/main">
            <a:off x="628650" y="4914900"/>
            <a:ext cx="50768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외부 행동</a:t>
            </a:r>
          </a:p>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무엇을 어떤 권한과 검증을 거쳐 실행하게 할 것인가</a:t>
            </a:r>
          </a:p>
        </p:txBody>
      </p:sp>
      <p:sp>
        <p:nvSpPr>
          <p:cNvPr id="16" name="">
            <a:extLst xmlns:a="http://schemas.openxmlformats.org/drawingml/2006/main">
              <a:ext uri="{FF2B5EF4-FFF2-40B4-BE49-F238E27FC236}">
                <a16:creationId xmlns:a16="http://schemas.microsoft.com/office/drawing/2014/main" id="{7A31F1E2-AE49-4CA6-BB0F-961038B7B64A}"/>
              </a:ext>
            </a:extLst>
          </p:cNvPr>
          <p:cNvSpPr>
            <a:spLocks xmlns:a="http://schemas.openxmlformats.org/drawingml/2006/main" noGrp="1"/>
          </p:cNvSpPr>
          <p:nvPr/>
        </p:nvSpPr>
        <p:spPr>
          <a:xfrm xmlns:a="http://schemas.openxmlformats.org/drawingml/2006/main">
            <a:off x="6257925" y="3781425"/>
            <a:ext cx="5534025" cy="2105025"/>
          </a:xfrm>
          <a:prstGeom xmlns:a="http://schemas.openxmlformats.org/drawingml/2006/main" prst="roundRect">
            <a:avLst>
              <a:gd name="adj" fmla="val 5430"/>
            </a:avLst>
          </a:prstGeom>
          <a:solidFill xmlns:a="http://schemas.openxmlformats.org/drawingml/2006/main">
            <a:srgbClr val="F2F2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7653482-0F70-4859-A3A3-0D3AFFD7544A}"/>
              </a:ext>
            </a:extLst>
          </p:cNvPr>
          <p:cNvSpPr>
            <a:spLocks xmlns:a="http://schemas.openxmlformats.org/drawingml/2006/main" noGrp="1"/>
          </p:cNvSpPr>
          <p:nvPr/>
        </p:nvSpPr>
        <p:spPr>
          <a:xfrm xmlns:a="http://schemas.openxmlformats.org/drawingml/2006/main">
            <a:off x="6486525" y="3971925"/>
            <a:ext cx="5076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DELEGATION</a:t>
            </a:r>
          </a:p>
        </p:txBody>
      </p:sp>
      <p:sp>
        <p:nvSpPr>
          <p:cNvPr id="18" name="">
            <a:extLst xmlns:a="http://schemas.openxmlformats.org/drawingml/2006/main">
              <a:ext uri="{FF2B5EF4-FFF2-40B4-BE49-F238E27FC236}">
                <a16:creationId xmlns:a16="http://schemas.microsoft.com/office/drawing/2014/main" id="{A16DDCE6-6EFA-4356-9896-F6B902CA4A9E}"/>
              </a:ext>
            </a:extLst>
          </p:cNvPr>
          <p:cNvSpPr>
            <a:spLocks xmlns:a="http://schemas.openxmlformats.org/drawingml/2006/main" noGrp="1"/>
          </p:cNvSpPr>
          <p:nvPr/>
        </p:nvSpPr>
        <p:spPr>
          <a:xfrm xmlns:a="http://schemas.openxmlformats.org/drawingml/2006/main">
            <a:off x="6486525" y="4295775"/>
            <a:ext cx="5076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Sub-agent</a:t>
            </a:r>
          </a:p>
        </p:txBody>
      </p:sp>
      <p:sp>
        <p:nvSpPr>
          <p:cNvPr id="19" name="">
            <a:extLst xmlns:a="http://schemas.openxmlformats.org/drawingml/2006/main">
              <a:ext uri="{FF2B5EF4-FFF2-40B4-BE49-F238E27FC236}">
                <a16:creationId xmlns:a16="http://schemas.microsoft.com/office/drawing/2014/main" id="{1A392FE3-9756-429F-9544-D48F38A622D3}"/>
              </a:ext>
            </a:extLst>
          </p:cNvPr>
          <p:cNvSpPr>
            <a:spLocks xmlns:a="http://schemas.openxmlformats.org/drawingml/2006/main" noGrp="1"/>
          </p:cNvSpPr>
          <p:nvPr/>
        </p:nvSpPr>
        <p:spPr>
          <a:xfrm xmlns:a="http://schemas.openxmlformats.org/drawingml/2006/main">
            <a:off x="6486525" y="4914900"/>
            <a:ext cx="50768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역할 분업</a:t>
            </a:r>
          </a:p>
          <a:p xmlns:a="http://schemas.openxmlformats.org/drawingml/2006/main">
            <a:pPr algn="l">
              <a:defRPr sz="1650" b="0">
                <a:solidFill>
                  <a:srgbClr val="5D6470"/>
                </a:solidFill>
                <a:latin typeface="Malgun Gothic"/>
                <a:ea typeface="Malgun Gothic"/>
                <a:cs typeface="Malgun Gothic"/>
              </a:defRPr>
            </a:pPr>
            <a:r>
              <a:rPr sz="1650" b="0">
                <a:solidFill>
                  <a:srgbClr val="5D6470"/>
                </a:solidFill>
                <a:latin typeface="Malgun Gothic"/>
                <a:ea typeface="Malgun Gothic"/>
                <a:cs typeface="Malgun Gothic"/>
              </a:rPr>
              <a:t>무엇을 위임하고 결과를 누가 검증할 것인가</a:t>
            </a:r>
          </a:p>
        </p:txBody>
      </p:sp>
    </p:spTree>
    <p:extLst>
      <p:ext uri="{BB962C8B-B14F-4D97-AF65-F5344CB8AC3E}">
        <p14:creationId xmlns:p14="http://schemas.microsoft.com/office/powerpoint/2010/main" val="188334829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D96C8DF-A0B5-4275-8122-648AF5C2252C}"/>
              </a:ext>
            </a:extLst>
          </p:cNvPr>
          <p:cNvSpPr>
            <a:spLocks xmlns:a="http://schemas.openxmlformats.org/drawingml/2006/main" noGrp="1"/>
          </p:cNvSpPr>
          <p:nvPr/>
        </p:nvSpPr>
        <p:spPr>
          <a:xfrm xmlns:a="http://schemas.openxmlformats.org/drawingml/2006/main">
            <a:off x="400050" y="2095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Malgun Gothic"/>
                <a:ea typeface="Malgun Gothic"/>
                <a:cs typeface="Malgun Gothic"/>
              </a:defRPr>
            </a:pPr>
            <a:r>
              <a:rPr sz="1050" b="1">
                <a:solidFill>
                  <a:srgbClr val="3D8DFF"/>
                </a:solidFill>
                <a:latin typeface="Malgun Gothic"/>
                <a:ea typeface="Malgun Gothic"/>
                <a:cs typeface="Malgun Gothic"/>
              </a:rPr>
              <a:t>TOOL FUNDAMENTALS</a:t>
            </a:r>
          </a:p>
        </p:txBody>
      </p:sp>
      <p:sp>
        <p:nvSpPr>
          <p:cNvPr id="2" name="">
            <a:extLst xmlns:a="http://schemas.openxmlformats.org/drawingml/2006/main">
              <a:ext uri="{FF2B5EF4-FFF2-40B4-BE49-F238E27FC236}">
                <a16:creationId xmlns:a16="http://schemas.microsoft.com/office/drawing/2014/main" id="{58E0AACE-1C95-4B1B-9EDA-EDCF7D87AE77}"/>
              </a:ext>
            </a:extLst>
          </p:cNvPr>
          <p:cNvSpPr>
            <a:spLocks xmlns:a="http://schemas.openxmlformats.org/drawingml/2006/main" noGrp="1"/>
          </p:cNvSpPr>
          <p:nvPr/>
        </p:nvSpPr>
        <p:spPr>
          <a:xfrm xmlns:a="http://schemas.openxmlformats.org/drawingml/2006/main">
            <a:off x="390525" y="457200"/>
            <a:ext cx="11410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000000"/>
                </a:solidFill>
                <a:latin typeface="Malgun Gothic"/>
                <a:ea typeface="Malgun Gothic"/>
                <a:cs typeface="Malgun Gothic"/>
              </a:defRPr>
            </a:pPr>
            <a:r>
              <a:rPr sz="3450" b="1">
                <a:solidFill>
                  <a:srgbClr val="000000"/>
                </a:solidFill>
                <a:latin typeface="Malgun Gothic"/>
                <a:ea typeface="Malgun Gothic"/>
                <a:cs typeface="Malgun Gothic"/>
              </a:rPr>
              <a:t>Tool은 ‘API 하나’가 아니라 선택과 실행을 잇는 계약이다</a:t>
            </a:r>
          </a:p>
        </p:txBody>
      </p:sp>
      <p:sp>
        <p:nvSpPr>
          <p:cNvPr id="3" name="">
            <a:extLst xmlns:a="http://schemas.openxmlformats.org/drawingml/2006/main">
              <a:ext uri="{FF2B5EF4-FFF2-40B4-BE49-F238E27FC236}">
                <a16:creationId xmlns:a16="http://schemas.microsoft.com/office/drawing/2014/main" id="{485F944F-569E-4914-8814-1EB6D16F87CF}"/>
              </a:ext>
            </a:extLst>
          </p:cNvPr>
          <p:cNvSpPr>
            <a:spLocks xmlns:a="http://schemas.openxmlformats.org/drawingml/2006/main" noGrp="1"/>
          </p:cNvSpPr>
          <p:nvPr/>
        </p:nvSpPr>
        <p:spPr>
          <a:xfrm xmlns:a="http://schemas.openxmlformats.org/drawingml/2006/main">
            <a:off x="11277600" y="63341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D6470"/>
                </a:solidFill>
                <a:latin typeface="Malgun Gothic"/>
                <a:ea typeface="Malgun Gothic"/>
                <a:cs typeface="Malgun Gothic"/>
              </a:defRPr>
            </a:pPr>
            <a:r>
              <a:rPr sz="1050" b="0">
                <a:solidFill>
                  <a:srgbClr val="5D6470"/>
                </a:solidFill>
                <a:latin typeface="Malgun Gothic"/>
                <a:ea typeface="Malgun Gothic"/>
                <a:cs typeface="Malgun Gothic"/>
              </a:rPr>
              <a:t>06</a:t>
            </a:r>
          </a:p>
        </p:txBody>
      </p:sp>
      <p:sp>
        <p:nvSpPr>
          <p:cNvPr id="4" name="">
            <a:extLst xmlns:a="http://schemas.openxmlformats.org/drawingml/2006/main">
              <a:ext uri="{FF2B5EF4-FFF2-40B4-BE49-F238E27FC236}">
                <a16:creationId xmlns:a16="http://schemas.microsoft.com/office/drawing/2014/main" id="{C9C0DD1A-E33A-449D-A39D-4BB08AFB7AA7}"/>
              </a:ext>
            </a:extLst>
          </p:cNvPr>
          <p:cNvSpPr>
            <a:spLocks xmlns:a="http://schemas.openxmlformats.org/drawingml/2006/main" noGrp="1"/>
          </p:cNvSpPr>
          <p:nvPr/>
        </p:nvSpPr>
        <p:spPr>
          <a:xfrm xmlns:a="http://schemas.openxmlformats.org/drawingml/2006/main">
            <a:off x="400050" y="1504950"/>
            <a:ext cx="4000500" cy="4286250"/>
          </a:xfrm>
          <a:prstGeom xmlns:a="http://schemas.openxmlformats.org/drawingml/2006/main" prst="roundRect">
            <a:avLst>
              <a:gd name="adj" fmla="val 2857"/>
            </a:avLst>
          </a:prstGeom>
          <a:solidFill xmlns:a="http://schemas.openxmlformats.org/drawingml/2006/main">
            <a:srgbClr val="EAF4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85A06C9-ABFA-404B-B3D0-F09A18419477}"/>
              </a:ext>
            </a:extLst>
          </p:cNvPr>
          <p:cNvSpPr>
            <a:spLocks xmlns:a="http://schemas.openxmlformats.org/drawingml/2006/main" noGrp="1"/>
          </p:cNvSpPr>
          <p:nvPr/>
        </p:nvSpPr>
        <p:spPr>
          <a:xfrm xmlns:a="http://schemas.openxmlformats.org/drawingml/2006/main">
            <a:off x="628650" y="1695450"/>
            <a:ext cx="3543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SELECT</a:t>
            </a:r>
          </a:p>
        </p:txBody>
      </p:sp>
      <p:sp>
        <p:nvSpPr>
          <p:cNvPr id="6" name="">
            <a:extLst xmlns:a="http://schemas.openxmlformats.org/drawingml/2006/main">
              <a:ext uri="{FF2B5EF4-FFF2-40B4-BE49-F238E27FC236}">
                <a16:creationId xmlns:a16="http://schemas.microsoft.com/office/drawing/2014/main" id="{3CB66D8A-8EBE-4752-AFE8-0405495F78DD}"/>
              </a:ext>
            </a:extLst>
          </p:cNvPr>
          <p:cNvSpPr>
            <a:spLocks xmlns:a="http://schemas.openxmlformats.org/drawingml/2006/main" noGrp="1"/>
          </p:cNvSpPr>
          <p:nvPr/>
        </p:nvSpPr>
        <p:spPr>
          <a:xfrm xmlns:a="http://schemas.openxmlformats.org/drawingml/2006/main">
            <a:off x="628650" y="2019300"/>
            <a:ext cx="3543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00000"/>
                </a:solidFill>
                <a:latin typeface="Malgun Gothic"/>
                <a:ea typeface="Malgun Gothic"/>
                <a:cs typeface="Malgun Gothic"/>
              </a:defRPr>
            </a:pPr>
            <a:r>
              <a:rPr sz="2250" b="1">
                <a:solidFill>
                  <a:srgbClr val="000000"/>
                </a:solidFill>
                <a:latin typeface="Malgun Gothic"/>
                <a:ea typeface="Malgun Gothic"/>
                <a:cs typeface="Malgun Gothic"/>
              </a:rPr>
              <a:t>모델이 읽는 면</a:t>
            </a:r>
          </a:p>
        </p:txBody>
      </p:sp>
      <p:sp>
        <p:nvSpPr>
          <p:cNvPr id="7" name="">
            <a:extLst xmlns:a="http://schemas.openxmlformats.org/drawingml/2006/main">
              <a:ext uri="{FF2B5EF4-FFF2-40B4-BE49-F238E27FC236}">
                <a16:creationId xmlns:a16="http://schemas.microsoft.com/office/drawing/2014/main" id="{C6233404-73BA-43BE-8FF9-2338C3E54124}"/>
              </a:ext>
            </a:extLst>
          </p:cNvPr>
          <p:cNvSpPr>
            <a:spLocks xmlns:a="http://schemas.openxmlformats.org/drawingml/2006/main" noGrp="1"/>
          </p:cNvSpPr>
          <p:nvPr/>
        </p:nvSpPr>
        <p:spPr>
          <a:xfrm xmlns:a="http://schemas.openxmlformats.org/drawingml/2006/main">
            <a:off x="628650" y="2638425"/>
            <a:ext cx="3543300" cy="2981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5D6470"/>
                </a:solidFill>
                <a:latin typeface="Malgun Gothic"/>
                <a:ea typeface="Malgun Gothic"/>
                <a:cs typeface="Malgun Gothic"/>
              </a:defRPr>
            </a:pPr>
            <a:r>
              <a:rPr sz="1875" b="0">
                <a:solidFill>
                  <a:srgbClr val="5D6470"/>
                </a:solidFill>
                <a:latin typeface="Malgun Gothic"/>
                <a:ea typeface="Malgun Gothic"/>
                <a:cs typeface="Malgun Gothic"/>
              </a:rPr>
              <a:t>Name</a:t>
            </a:r>
          </a:p>
          <a:p xmlns:a="http://schemas.openxmlformats.org/drawingml/2006/main">
            <a:pPr algn="l">
              <a:defRPr sz="1875" b="0">
                <a:solidFill>
                  <a:srgbClr val="5D6470"/>
                </a:solidFill>
                <a:latin typeface="Malgun Gothic"/>
                <a:ea typeface="Malgun Gothic"/>
                <a:cs typeface="Malgun Gothic"/>
              </a:defRPr>
            </a:pPr>
            <a:r>
              <a:rPr sz="1875" b="0">
                <a:solidFill>
                  <a:srgbClr val="5D6470"/>
                </a:solidFill>
                <a:latin typeface="Malgun Gothic"/>
                <a:ea typeface="Malgun Gothic"/>
                <a:cs typeface="Malgun Gothic"/>
              </a:rPr>
              <a:t>Description</a:t>
            </a:r>
          </a:p>
          <a:p xmlns:a="http://schemas.openxmlformats.org/drawingml/2006/main">
            <a:pPr algn="l">
              <a:defRPr sz="1875" b="0">
                <a:solidFill>
                  <a:srgbClr val="5D6470"/>
                </a:solidFill>
                <a:latin typeface="Malgun Gothic"/>
                <a:ea typeface="Malgun Gothic"/>
                <a:cs typeface="Malgun Gothic"/>
              </a:defRPr>
            </a:pPr>
            <a:r>
              <a:rPr sz="1875" b="0">
                <a:solidFill>
                  <a:srgbClr val="5D6470"/>
                </a:solidFill>
                <a:latin typeface="Malgun Gothic"/>
                <a:ea typeface="Malgun Gothic"/>
                <a:cs typeface="Malgun Gothic"/>
              </a:rPr>
              <a:t>Input Schema</a:t>
            </a:r>
          </a:p>
          <a:p xmlns:a="http://schemas.openxmlformats.org/drawingml/2006/main">
            <a:pPr algn="l">
              <a:defRPr sz="1875" b="0">
                <a:solidFill>
                  <a:srgbClr val="5D6470"/>
                </a:solidFill>
                <a:latin typeface="Malgun Gothic"/>
                <a:ea typeface="Malgun Gothic"/>
                <a:cs typeface="Malgun Gothic"/>
              </a:defRPr>
            </a:pPr>
            <a:r>
              <a:rPr sz="1875" b="0">
                <a:solidFill>
                  <a:srgbClr val="5D6470"/>
                </a:solidFill>
                <a:latin typeface="Malgun Gothic"/>
                <a:ea typeface="Malgun Gothic"/>
                <a:cs typeface="Malgun Gothic"/>
              </a:rPr>
              <a:t>Output·Error Contract</a:t>
            </a:r>
          </a:p>
        </p:txBody>
      </p:sp>
      <p:sp>
        <p:nvSpPr>
          <p:cNvPr id="8" name="">
            <a:extLst xmlns:a="http://schemas.openxmlformats.org/drawingml/2006/main">
              <a:ext uri="{FF2B5EF4-FFF2-40B4-BE49-F238E27FC236}">
                <a16:creationId xmlns:a16="http://schemas.microsoft.com/office/drawing/2014/main" id="{58F5E2A7-FE34-43B1-82AA-08D10A7E3BC7}"/>
              </a:ext>
            </a:extLst>
          </p:cNvPr>
          <p:cNvSpPr>
            <a:spLocks xmlns:a="http://schemas.openxmlformats.org/drawingml/2006/main" noGrp="1"/>
          </p:cNvSpPr>
          <p:nvPr/>
        </p:nvSpPr>
        <p:spPr>
          <a:xfrm xmlns:a="http://schemas.openxmlformats.org/drawingml/2006/main">
            <a:off x="5095875" y="2343150"/>
            <a:ext cx="2000250" cy="1619250"/>
          </a:xfrm>
          <a:prstGeom xmlns:a="http://schemas.openxmlformats.org/drawingml/2006/main" prst="roundRect">
            <a:avLst>
              <a:gd name="adj" fmla="val 7059"/>
            </a:avLst>
          </a:prstGeom>
          <a:solidFill xmlns:a="http://schemas.openxmlformats.org/drawingml/2006/main">
            <a:srgbClr val="F2F2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5D88D7F-84D0-467A-BF24-3EEAE09AC425}"/>
              </a:ext>
            </a:extLst>
          </p:cNvPr>
          <p:cNvSpPr>
            <a:spLocks xmlns:a="http://schemas.openxmlformats.org/drawingml/2006/main" noGrp="1"/>
          </p:cNvSpPr>
          <p:nvPr/>
        </p:nvSpPr>
        <p:spPr>
          <a:xfrm xmlns:a="http://schemas.openxmlformats.org/drawingml/2006/main">
            <a:off x="5334000" y="26289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000000"/>
                </a:solidFill>
                <a:latin typeface="Malgun Gothic"/>
                <a:ea typeface="Malgun Gothic"/>
                <a:cs typeface="Malgun Gothic"/>
              </a:defRPr>
            </a:pPr>
            <a:r>
              <a:rPr sz="2100" b="1">
                <a:solidFill>
                  <a:srgbClr val="000000"/>
                </a:solidFill>
                <a:latin typeface="Malgun Gothic"/>
                <a:ea typeface="Malgun Gothic"/>
                <a:cs typeface="Malgun Gothic"/>
              </a:rPr>
              <a:t>Tool 요청</a:t>
            </a:r>
          </a:p>
        </p:txBody>
      </p:sp>
      <p:sp>
        <p:nvSpPr>
          <p:cNvPr id="10" name="">
            <a:extLst xmlns:a="http://schemas.openxmlformats.org/drawingml/2006/main">
              <a:ext uri="{FF2B5EF4-FFF2-40B4-BE49-F238E27FC236}">
                <a16:creationId xmlns:a16="http://schemas.microsoft.com/office/drawing/2014/main" id="{7082671E-FDF0-4ADA-88C5-21B849CCC27A}"/>
              </a:ext>
            </a:extLst>
          </p:cNvPr>
          <p:cNvSpPr>
            <a:spLocks xmlns:a="http://schemas.openxmlformats.org/drawingml/2006/main" noGrp="1"/>
          </p:cNvSpPr>
          <p:nvPr/>
        </p:nvSpPr>
        <p:spPr>
          <a:xfrm xmlns:a="http://schemas.openxmlformats.org/drawingml/2006/main">
            <a:off x="5334000" y="3209925"/>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이름 + 인자</a:t>
            </a:r>
          </a:p>
        </p:txBody>
      </p:sp>
      <p:sp>
        <p:nvSpPr>
          <p:cNvPr id="11" name="">
            <a:extLst xmlns:a="http://schemas.openxmlformats.org/drawingml/2006/main">
              <a:ext uri="{FF2B5EF4-FFF2-40B4-BE49-F238E27FC236}">
                <a16:creationId xmlns:a16="http://schemas.microsoft.com/office/drawing/2014/main" id="{9FFA3301-0E88-4A43-AAA7-08D2AD896007}"/>
              </a:ext>
            </a:extLst>
          </p:cNvPr>
          <p:cNvSpPr>
            <a:spLocks xmlns:a="http://schemas.openxmlformats.org/drawingml/2006/main" noGrp="1"/>
          </p:cNvSpPr>
          <p:nvPr/>
        </p:nvSpPr>
        <p:spPr>
          <a:xfrm xmlns:a="http://schemas.openxmlformats.org/drawingml/2006/main">
            <a:off x="7791450" y="1504950"/>
            <a:ext cx="4000500" cy="4286250"/>
          </a:xfrm>
          <a:prstGeom xmlns:a="http://schemas.openxmlformats.org/drawingml/2006/main" prst="roundRect">
            <a:avLst>
              <a:gd name="adj" fmla="val 2857"/>
            </a:avLst>
          </a:prstGeom>
          <a:solidFill xmlns:a="http://schemas.openxmlformats.org/drawingml/2006/main">
            <a:srgbClr val="F2F2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1AB780E-F711-4CCA-A971-CE3381C27A95}"/>
              </a:ext>
            </a:extLst>
          </p:cNvPr>
          <p:cNvSpPr>
            <a:spLocks xmlns:a="http://schemas.openxmlformats.org/drawingml/2006/main" noGrp="1"/>
          </p:cNvSpPr>
          <p:nvPr/>
        </p:nvSpPr>
        <p:spPr>
          <a:xfrm xmlns:a="http://schemas.openxmlformats.org/drawingml/2006/main">
            <a:off x="8020050" y="1695450"/>
            <a:ext cx="3543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EXECUTE</a:t>
            </a:r>
          </a:p>
        </p:txBody>
      </p:sp>
      <p:sp>
        <p:nvSpPr>
          <p:cNvPr id="13" name="">
            <a:extLst xmlns:a="http://schemas.openxmlformats.org/drawingml/2006/main">
              <a:ext uri="{FF2B5EF4-FFF2-40B4-BE49-F238E27FC236}">
                <a16:creationId xmlns:a16="http://schemas.microsoft.com/office/drawing/2014/main" id="{C8F31A48-9F52-45DC-855E-5D30614C66F9}"/>
              </a:ext>
            </a:extLst>
          </p:cNvPr>
          <p:cNvSpPr>
            <a:spLocks xmlns:a="http://schemas.openxmlformats.org/drawingml/2006/main" noGrp="1"/>
          </p:cNvSpPr>
          <p:nvPr/>
        </p:nvSpPr>
        <p:spPr>
          <a:xfrm xmlns:a="http://schemas.openxmlformats.org/drawingml/2006/main">
            <a:off x="8020050" y="2019300"/>
            <a:ext cx="3543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00000"/>
                </a:solidFill>
                <a:latin typeface="Malgun Gothic"/>
                <a:ea typeface="Malgun Gothic"/>
                <a:cs typeface="Malgun Gothic"/>
              </a:defRPr>
            </a:pPr>
            <a:r>
              <a:rPr sz="2250" b="1">
                <a:solidFill>
                  <a:srgbClr val="000000"/>
                </a:solidFill>
                <a:latin typeface="Malgun Gothic"/>
                <a:ea typeface="Malgun Gothic"/>
                <a:cs typeface="Malgun Gothic"/>
              </a:rPr>
              <a:t>서버가 강제하는 면</a:t>
            </a:r>
          </a:p>
        </p:txBody>
      </p:sp>
      <p:sp>
        <p:nvSpPr>
          <p:cNvPr id="14" name="">
            <a:extLst xmlns:a="http://schemas.openxmlformats.org/drawingml/2006/main">
              <a:ext uri="{FF2B5EF4-FFF2-40B4-BE49-F238E27FC236}">
                <a16:creationId xmlns:a16="http://schemas.microsoft.com/office/drawing/2014/main" id="{22AF6A16-00DB-42EB-AC89-6AACD36883E5}"/>
              </a:ext>
            </a:extLst>
          </p:cNvPr>
          <p:cNvSpPr>
            <a:spLocks xmlns:a="http://schemas.openxmlformats.org/drawingml/2006/main" noGrp="1"/>
          </p:cNvSpPr>
          <p:nvPr/>
        </p:nvSpPr>
        <p:spPr>
          <a:xfrm xmlns:a="http://schemas.openxmlformats.org/drawingml/2006/main">
            <a:off x="8020050" y="2638425"/>
            <a:ext cx="3543300" cy="2981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5D6470"/>
                </a:solidFill>
                <a:latin typeface="Malgun Gothic"/>
                <a:ea typeface="Malgun Gothic"/>
                <a:cs typeface="Malgun Gothic"/>
              </a:defRPr>
            </a:pPr>
            <a:r>
              <a:rPr sz="1875" b="0">
                <a:solidFill>
                  <a:srgbClr val="5D6470"/>
                </a:solidFill>
                <a:latin typeface="Malgun Gothic"/>
                <a:ea typeface="Malgun Gothic"/>
                <a:cs typeface="Malgun Gothic"/>
              </a:rPr>
              <a:t>실행 함수</a:t>
            </a:r>
          </a:p>
          <a:p xmlns:a="http://schemas.openxmlformats.org/drawingml/2006/main">
            <a:pPr algn="l">
              <a:defRPr sz="1875" b="0">
                <a:solidFill>
                  <a:srgbClr val="5D6470"/>
                </a:solidFill>
                <a:latin typeface="Malgun Gothic"/>
                <a:ea typeface="Malgun Gothic"/>
                <a:cs typeface="Malgun Gothic"/>
              </a:defRPr>
            </a:pPr>
            <a:r>
              <a:rPr sz="1875" b="0">
                <a:solidFill>
                  <a:srgbClr val="5D6470"/>
                </a:solidFill>
                <a:latin typeface="Malgun Gothic"/>
                <a:ea typeface="Malgun Gothic"/>
                <a:cs typeface="Malgun Gothic"/>
              </a:rPr>
              <a:t>인증·권한</a:t>
            </a:r>
          </a:p>
          <a:p xmlns:a="http://schemas.openxmlformats.org/drawingml/2006/main">
            <a:pPr algn="l">
              <a:defRPr sz="1875" b="0">
                <a:solidFill>
                  <a:srgbClr val="5D6470"/>
                </a:solidFill>
                <a:latin typeface="Malgun Gothic"/>
                <a:ea typeface="Malgun Gothic"/>
                <a:cs typeface="Malgun Gothic"/>
              </a:defRPr>
            </a:pPr>
            <a:r>
              <a:rPr sz="1875" b="0">
                <a:solidFill>
                  <a:srgbClr val="5D6470"/>
                </a:solidFill>
                <a:latin typeface="Malgun Gothic"/>
                <a:ea typeface="Malgun Gothic"/>
                <a:cs typeface="Malgun Gothic"/>
              </a:rPr>
              <a:t>입력 검증</a:t>
            </a:r>
          </a:p>
          <a:p xmlns:a="http://schemas.openxmlformats.org/drawingml/2006/main">
            <a:pPr algn="l">
              <a:defRPr sz="1875" b="0">
                <a:solidFill>
                  <a:srgbClr val="5D6470"/>
                </a:solidFill>
                <a:latin typeface="Malgun Gothic"/>
                <a:ea typeface="Malgun Gothic"/>
                <a:cs typeface="Malgun Gothic"/>
              </a:defRPr>
            </a:pPr>
            <a:r>
              <a:rPr sz="1875" b="0">
                <a:solidFill>
                  <a:srgbClr val="5D6470"/>
                </a:solidFill>
                <a:latin typeface="Malgun Gothic"/>
                <a:ea typeface="Malgun Gothic"/>
                <a:cs typeface="Malgun Gothic"/>
              </a:rPr>
              <a:t>감사 로그·오류</a:t>
            </a:r>
          </a:p>
        </p:txBody>
      </p:sp>
      <p:cxnSp>
        <p:nvCxnSpPr>
          <p:cNvPr id="33" name=""/>
          <p:cNvCxnSpPr>
            <a:stCxn xmlns:a="http://schemas.openxmlformats.org/drawingml/2006/main" id="4" idx="3"/>
            <a:endCxn xmlns:a="http://schemas.openxmlformats.org/drawingml/2006/main" id="8" idx="1"/>
          </p:cNvCxnSpPr>
          <p:nvPr/>
        </p:nvCxnSpPr>
        <p:spPr>
          <a:xfrm xmlns:a="http://schemas.openxmlformats.org/drawingml/2006/main" flipV="1">
            <a:off x="4400550" y="3152775"/>
            <a:ext cx="695325" cy="495300"/>
          </a:xfrm>
          <a:prstGeom xmlns:a="http://schemas.openxmlformats.org/drawingml/2006/main" prst="straightConnector1">
            <a:avLst/>
          </a:prstGeom>
          <a:ln xmlns:a="http://schemas.openxmlformats.org/drawingml/2006/main" w="19050">
            <a:solidFill>
              <a:srgbClr val="3D8DFF"/>
            </a:solidFill>
            <a:prstDash val="solid"/>
            <a:tailEnd type="arrow" w="med" len="med"/>
          </a:ln>
        </p:spPr>
      </p:cxnSp>
      <p:cxnSp>
        <p:nvCxnSpPr>
          <p:cNvPr id="34" name=""/>
          <p:cNvCxnSpPr>
            <a:stCxn xmlns:a="http://schemas.openxmlformats.org/drawingml/2006/main" id="8" idx="3"/>
            <a:endCxn xmlns:a="http://schemas.openxmlformats.org/drawingml/2006/main" id="11" idx="1"/>
          </p:cNvCxnSpPr>
          <p:nvPr/>
        </p:nvCxnSpPr>
        <p:spPr>
          <a:xfrm xmlns:a="http://schemas.openxmlformats.org/drawingml/2006/main">
            <a:off x="7096125" y="3152775"/>
            <a:ext cx="695325" cy="495300"/>
          </a:xfrm>
          <a:prstGeom xmlns:a="http://schemas.openxmlformats.org/drawingml/2006/main" prst="straightConnector1">
            <a:avLst/>
          </a:prstGeom>
          <a:ln xmlns:a="http://schemas.openxmlformats.org/drawingml/2006/main" w="19050">
            <a:solidFill>
              <a:srgbClr val="3D8DFF"/>
            </a:solidFill>
            <a:prstDash val="solid"/>
            <a:tailEnd type="arrow" w="med" len="med"/>
          </a:ln>
        </p:spPr>
      </p:cxnSp>
      <p:sp>
        <p:nvSpPr>
          <p:cNvPr id="17" name="">
            <a:extLst xmlns:a="http://schemas.openxmlformats.org/drawingml/2006/main">
              <a:ext uri="{FF2B5EF4-FFF2-40B4-BE49-F238E27FC236}">
                <a16:creationId xmlns:a16="http://schemas.microsoft.com/office/drawing/2014/main" id="{C3D245ED-4F55-4B48-8CBD-E2B205866CA4}"/>
              </a:ext>
            </a:extLst>
          </p:cNvPr>
          <p:cNvSpPr>
            <a:spLocks xmlns:a="http://schemas.openxmlformats.org/drawingml/2006/main" noGrp="1"/>
          </p:cNvSpPr>
          <p:nvPr/>
        </p:nvSpPr>
        <p:spPr>
          <a:xfrm xmlns:a="http://schemas.openxmlformats.org/drawingml/2006/main">
            <a:off x="4876800" y="4305300"/>
            <a:ext cx="2428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3D8DFF"/>
                </a:solidFill>
                <a:latin typeface="Malgun Gothic"/>
                <a:ea typeface="Malgun Gothic"/>
                <a:cs typeface="Malgun Gothic"/>
              </a:defRPr>
            </a:pPr>
            <a:r>
              <a:rPr sz="1500" b="1">
                <a:solidFill>
                  <a:srgbClr val="3D8DFF"/>
                </a:solidFill>
                <a:latin typeface="Malgun Gothic"/>
                <a:ea typeface="Malgun Gothic"/>
                <a:cs typeface="Malgun Gothic"/>
              </a:rPr>
              <a:t>모델은 요청한다</a:t>
            </a:r>
          </a:p>
        </p:txBody>
      </p:sp>
      <p:sp>
        <p:nvSpPr>
          <p:cNvPr id="18" name="">
            <a:extLst xmlns:a="http://schemas.openxmlformats.org/drawingml/2006/main">
              <a:ext uri="{FF2B5EF4-FFF2-40B4-BE49-F238E27FC236}">
                <a16:creationId xmlns:a16="http://schemas.microsoft.com/office/drawing/2014/main" id="{741B04BD-A70B-4875-8BF6-AC9FB7503FFE}"/>
              </a:ext>
            </a:extLst>
          </p:cNvPr>
          <p:cNvSpPr>
            <a:spLocks xmlns:a="http://schemas.openxmlformats.org/drawingml/2006/main" noGrp="1"/>
          </p:cNvSpPr>
          <p:nvPr/>
        </p:nvSpPr>
        <p:spPr>
          <a:xfrm xmlns:a="http://schemas.openxmlformats.org/drawingml/2006/main">
            <a:off x="7524750" y="4305300"/>
            <a:ext cx="2714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3D8DFF"/>
                </a:solidFill>
                <a:latin typeface="Malgun Gothic"/>
                <a:ea typeface="Malgun Gothic"/>
                <a:cs typeface="Malgun Gothic"/>
              </a:defRPr>
            </a:pPr>
            <a:r>
              <a:rPr sz="1500" b="1">
                <a:solidFill>
                  <a:srgbClr val="3D8DFF"/>
                </a:solidFill>
                <a:latin typeface="Malgun Gothic"/>
                <a:ea typeface="Malgun Gothic"/>
                <a:cs typeface="Malgun Gothic"/>
              </a:rPr>
              <a:t>서버가 허용하고 실행한다</a:t>
            </a:r>
          </a:p>
        </p:txBody>
      </p:sp>
    </p:spTree>
    <p:extLst>
      <p:ext uri="{BB962C8B-B14F-4D97-AF65-F5344CB8AC3E}">
        <p14:creationId xmlns:p14="http://schemas.microsoft.com/office/powerpoint/2010/main" val="14842584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D4A342F-7D3C-4229-8B09-981252FC4E71}"/>
              </a:ext>
            </a:extLst>
          </p:cNvPr>
          <p:cNvSpPr>
            <a:spLocks xmlns:a="http://schemas.openxmlformats.org/drawingml/2006/main" noGrp="1"/>
          </p:cNvSpPr>
          <p:nvPr/>
        </p:nvSpPr>
        <p:spPr>
          <a:xfrm xmlns:a="http://schemas.openxmlformats.org/drawingml/2006/main">
            <a:off x="400050" y="2095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Malgun Gothic"/>
                <a:ea typeface="Malgun Gothic"/>
                <a:cs typeface="Malgun Gothic"/>
              </a:defRPr>
            </a:pPr>
            <a:r>
              <a:rPr sz="1050" b="1">
                <a:solidFill>
                  <a:srgbClr val="3D8DFF"/>
                </a:solidFill>
                <a:latin typeface="Malgun Gothic"/>
                <a:ea typeface="Malgun Gothic"/>
                <a:cs typeface="Malgun Gothic"/>
              </a:rPr>
              <a:t>TOOL ROUTING</a:t>
            </a:r>
          </a:p>
        </p:txBody>
      </p:sp>
      <p:sp>
        <p:nvSpPr>
          <p:cNvPr id="2" name="">
            <a:extLst xmlns:a="http://schemas.openxmlformats.org/drawingml/2006/main">
              <a:ext uri="{FF2B5EF4-FFF2-40B4-BE49-F238E27FC236}">
                <a16:creationId xmlns:a16="http://schemas.microsoft.com/office/drawing/2014/main" id="{46151342-1F58-4D1D-BCBD-5C4690680E74}"/>
              </a:ext>
            </a:extLst>
          </p:cNvPr>
          <p:cNvSpPr>
            <a:spLocks xmlns:a="http://schemas.openxmlformats.org/drawingml/2006/main" noGrp="1"/>
          </p:cNvSpPr>
          <p:nvPr/>
        </p:nvSpPr>
        <p:spPr>
          <a:xfrm xmlns:a="http://schemas.openxmlformats.org/drawingml/2006/main">
            <a:off x="390525" y="457200"/>
            <a:ext cx="11410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000000"/>
                </a:solidFill>
                <a:latin typeface="Malgun Gothic"/>
                <a:ea typeface="Malgun Gothic"/>
                <a:cs typeface="Malgun Gothic"/>
              </a:defRPr>
            </a:pPr>
            <a:r>
              <a:rPr sz="3450" b="1">
                <a:solidFill>
                  <a:srgbClr val="000000"/>
                </a:solidFill>
                <a:latin typeface="Malgun Gothic"/>
                <a:ea typeface="Malgun Gothic"/>
                <a:cs typeface="Malgun Gothic"/>
              </a:rPr>
              <a:t>Toolkit은 Tool의 묶음이자 탐색·정책 경계다</a:t>
            </a:r>
          </a:p>
        </p:txBody>
      </p:sp>
      <p:sp>
        <p:nvSpPr>
          <p:cNvPr id="3" name="">
            <a:extLst xmlns:a="http://schemas.openxmlformats.org/drawingml/2006/main">
              <a:ext uri="{FF2B5EF4-FFF2-40B4-BE49-F238E27FC236}">
                <a16:creationId xmlns:a16="http://schemas.microsoft.com/office/drawing/2014/main" id="{8A1751D7-3F9A-4D2C-A910-0962C46546A7}"/>
              </a:ext>
            </a:extLst>
          </p:cNvPr>
          <p:cNvSpPr>
            <a:spLocks xmlns:a="http://schemas.openxmlformats.org/drawingml/2006/main" noGrp="1"/>
          </p:cNvSpPr>
          <p:nvPr/>
        </p:nvSpPr>
        <p:spPr>
          <a:xfrm xmlns:a="http://schemas.openxmlformats.org/drawingml/2006/main">
            <a:off x="11277600" y="63341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D6470"/>
                </a:solidFill>
                <a:latin typeface="Malgun Gothic"/>
                <a:ea typeface="Malgun Gothic"/>
                <a:cs typeface="Malgun Gothic"/>
              </a:defRPr>
            </a:pPr>
            <a:r>
              <a:rPr sz="1050" b="0">
                <a:solidFill>
                  <a:srgbClr val="5D6470"/>
                </a:solidFill>
                <a:latin typeface="Malgun Gothic"/>
                <a:ea typeface="Malgun Gothic"/>
                <a:cs typeface="Malgun Gothic"/>
              </a:rPr>
              <a:t>07</a:t>
            </a:r>
          </a:p>
        </p:txBody>
      </p:sp>
      <p:sp>
        <p:nvSpPr>
          <p:cNvPr id="4" name="">
            <a:extLst xmlns:a="http://schemas.openxmlformats.org/drawingml/2006/main">
              <a:ext uri="{FF2B5EF4-FFF2-40B4-BE49-F238E27FC236}">
                <a16:creationId xmlns:a16="http://schemas.microsoft.com/office/drawing/2014/main" id="{CCA4B1CD-FE00-454B-9708-2C6ED971B219}"/>
              </a:ext>
            </a:extLst>
          </p:cNvPr>
          <p:cNvSpPr>
            <a:spLocks xmlns:a="http://schemas.openxmlformats.org/drawingml/2006/main" noGrp="1"/>
          </p:cNvSpPr>
          <p:nvPr/>
        </p:nvSpPr>
        <p:spPr>
          <a:xfrm xmlns:a="http://schemas.openxmlformats.org/drawingml/2006/main">
            <a:off x="400050" y="1514475"/>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3D8DFF"/>
                </a:solidFill>
                <a:latin typeface="Malgun Gothic"/>
                <a:ea typeface="Malgun Gothic"/>
                <a:cs typeface="Malgun Gothic"/>
              </a:defRPr>
            </a:pPr>
            <a:r>
              <a:rPr sz="2550" b="1">
                <a:solidFill>
                  <a:srgbClr val="3D8DFF"/>
                </a:solidFill>
                <a:latin typeface="Malgun Gothic"/>
                <a:ea typeface="Malgun Gothic"/>
                <a:cs typeface="Malgun Gothic"/>
              </a:rPr>
              <a:t>Toolkit</a:t>
            </a:r>
          </a:p>
        </p:txBody>
      </p:sp>
      <p:sp>
        <p:nvSpPr>
          <p:cNvPr id="5" name="">
            <a:extLst xmlns:a="http://schemas.openxmlformats.org/drawingml/2006/main">
              <a:ext uri="{FF2B5EF4-FFF2-40B4-BE49-F238E27FC236}">
                <a16:creationId xmlns:a16="http://schemas.microsoft.com/office/drawing/2014/main" id="{9A0B15C7-42BC-4C2C-8309-DD05BEE55953}"/>
              </a:ext>
            </a:extLst>
          </p:cNvPr>
          <p:cNvSpPr>
            <a:spLocks xmlns:a="http://schemas.openxmlformats.org/drawingml/2006/main" noGrp="1"/>
          </p:cNvSpPr>
          <p:nvPr/>
        </p:nvSpPr>
        <p:spPr>
          <a:xfrm xmlns:a="http://schemas.openxmlformats.org/drawingml/2006/main">
            <a:off x="400050" y="2114550"/>
            <a:ext cx="4476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Malgun Gothic"/>
                <a:ea typeface="Malgun Gothic"/>
                <a:cs typeface="Malgun Gothic"/>
              </a:defRPr>
            </a:pPr>
            <a:r>
              <a:rPr sz="2025" b="1">
                <a:solidFill>
                  <a:srgbClr val="000000"/>
                </a:solidFill>
                <a:latin typeface="Malgun Gothic"/>
                <a:ea typeface="Malgun Gothic"/>
                <a:cs typeface="Malgun Gothic"/>
              </a:rPr>
              <a:t>회의 · 문서 · 일정처럼 관련 Tool을 묶어</a:t>
            </a:r>
          </a:p>
          <a:p xmlns:a="http://schemas.openxmlformats.org/drawingml/2006/main">
            <a:pPr algn="l">
              <a:defRPr sz="2025" b="1">
                <a:solidFill>
                  <a:srgbClr val="000000"/>
                </a:solidFill>
                <a:latin typeface="Malgun Gothic"/>
                <a:ea typeface="Malgun Gothic"/>
                <a:cs typeface="Malgun Gothic"/>
              </a:defRPr>
            </a:pPr>
            <a:r>
              <a:rPr sz="2025" b="1">
                <a:solidFill>
                  <a:srgbClr val="000000"/>
                </a:solidFill>
                <a:latin typeface="Malgun Gothic"/>
                <a:ea typeface="Malgun Gothic"/>
                <a:cs typeface="Malgun Gothic"/>
              </a:rPr>
              <a:t>후보 범위와 권한 경계를 줄인다.</a:t>
            </a:r>
          </a:p>
        </p:txBody>
      </p:sp>
      <p:sp>
        <p:nvSpPr>
          <p:cNvPr id="6" name="">
            <a:extLst xmlns:a="http://schemas.openxmlformats.org/drawingml/2006/main">
              <a:ext uri="{FF2B5EF4-FFF2-40B4-BE49-F238E27FC236}">
                <a16:creationId xmlns:a16="http://schemas.microsoft.com/office/drawing/2014/main" id="{4CEDCB36-6377-4A35-91C6-349CF81C3E76}"/>
              </a:ext>
            </a:extLst>
          </p:cNvPr>
          <p:cNvSpPr>
            <a:spLocks xmlns:a="http://schemas.openxmlformats.org/drawingml/2006/main" noGrp="1"/>
          </p:cNvSpPr>
          <p:nvPr/>
        </p:nvSpPr>
        <p:spPr>
          <a:xfrm xmlns:a="http://schemas.openxmlformats.org/drawingml/2006/main">
            <a:off x="5334000" y="1466850"/>
            <a:ext cx="6457950" cy="3848100"/>
          </a:xfrm>
          <a:prstGeom xmlns:a="http://schemas.openxmlformats.org/drawingml/2006/main" prst="roundRect">
            <a:avLst>
              <a:gd name="adj" fmla="val 2970"/>
            </a:avLst>
          </a:prstGeom>
          <a:solidFill xmlns:a="http://schemas.openxmlformats.org/drawingml/2006/main">
            <a:srgbClr val="F2F2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E5F37FD-362C-4F66-ADCC-7AA2A863F4BA}"/>
              </a:ext>
            </a:extLst>
          </p:cNvPr>
          <p:cNvSpPr>
            <a:spLocks xmlns:a="http://schemas.openxmlformats.org/drawingml/2006/main" noGrp="1"/>
          </p:cNvSpPr>
          <p:nvPr/>
        </p:nvSpPr>
        <p:spPr>
          <a:xfrm xmlns:a="http://schemas.openxmlformats.org/drawingml/2006/main">
            <a:off x="5648325" y="172402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Malgun Gothic"/>
                <a:ea typeface="Malgun Gothic"/>
                <a:cs typeface="Malgun Gothic"/>
              </a:defRPr>
            </a:pPr>
            <a:r>
              <a:rPr sz="1200" b="1">
                <a:solidFill>
                  <a:srgbClr val="3D8DFF"/>
                </a:solidFill>
                <a:latin typeface="Malgun Gothic"/>
                <a:ea typeface="Malgun Gothic"/>
                <a:cs typeface="Malgun Gothic"/>
              </a:rPr>
              <a:t>MEETING TOOLKIT</a:t>
            </a:r>
          </a:p>
        </p:txBody>
      </p:sp>
      <p:sp>
        <p:nvSpPr>
          <p:cNvPr id="8" name="">
            <a:extLst xmlns:a="http://schemas.openxmlformats.org/drawingml/2006/main">
              <a:ext uri="{FF2B5EF4-FFF2-40B4-BE49-F238E27FC236}">
                <a16:creationId xmlns:a16="http://schemas.microsoft.com/office/drawing/2014/main" id="{3856EF2A-D08E-4608-8659-9998D1FAF6AC}"/>
              </a:ext>
            </a:extLst>
          </p:cNvPr>
          <p:cNvSpPr>
            <a:spLocks xmlns:a="http://schemas.openxmlformats.org/drawingml/2006/main" noGrp="1"/>
          </p:cNvSpPr>
          <p:nvPr/>
        </p:nvSpPr>
        <p:spPr>
          <a:xfrm xmlns:a="http://schemas.openxmlformats.org/drawingml/2006/main">
            <a:off x="5648325" y="2181225"/>
            <a:ext cx="1809750" cy="247650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3355408-5653-423E-BAA9-6E53D50036CC}"/>
              </a:ext>
            </a:extLst>
          </p:cNvPr>
          <p:cNvSpPr>
            <a:spLocks xmlns:a="http://schemas.openxmlformats.org/drawingml/2006/main" noGrp="1"/>
          </p:cNvSpPr>
          <p:nvPr/>
        </p:nvSpPr>
        <p:spPr>
          <a:xfrm xmlns:a="http://schemas.openxmlformats.org/drawingml/2006/main">
            <a:off x="5876925" y="2419350"/>
            <a:ext cx="1352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latin typeface="Malgun Gothic"/>
                <a:ea typeface="Malgun Gothic"/>
                <a:cs typeface="Malgun Gothic"/>
              </a:defRPr>
            </a:pPr>
            <a:r>
              <a:rPr sz="2100" b="1">
                <a:solidFill>
                  <a:srgbClr val="000000"/>
                </a:solidFill>
                <a:latin typeface="Malgun Gothic"/>
                <a:ea typeface="Malgun Gothic"/>
                <a:cs typeface="Malgun Gothic"/>
              </a:rPr>
              <a:t>검색</a:t>
            </a:r>
          </a:p>
        </p:txBody>
      </p:sp>
      <p:sp>
        <p:nvSpPr>
          <p:cNvPr id="10" name="">
            <a:extLst xmlns:a="http://schemas.openxmlformats.org/drawingml/2006/main">
              <a:ext uri="{FF2B5EF4-FFF2-40B4-BE49-F238E27FC236}">
                <a16:creationId xmlns:a16="http://schemas.microsoft.com/office/drawing/2014/main" id="{BFAFD638-6871-46C0-B122-C9661AA8A06F}"/>
              </a:ext>
            </a:extLst>
          </p:cNvPr>
          <p:cNvSpPr>
            <a:spLocks xmlns:a="http://schemas.openxmlformats.org/drawingml/2006/main" noGrp="1"/>
          </p:cNvSpPr>
          <p:nvPr/>
        </p:nvSpPr>
        <p:spPr>
          <a:xfrm xmlns:a="http://schemas.openxmlformats.org/drawingml/2006/main">
            <a:off x="5876925" y="3019425"/>
            <a:ext cx="13525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D6470"/>
                </a:solidFill>
                <a:latin typeface="Malgun Gothic"/>
                <a:ea typeface="Malgun Gothic"/>
                <a:cs typeface="Malgun Gothic"/>
              </a:defRPr>
            </a:pPr>
            <a:r>
              <a:rPr sz="1500" b="0">
                <a:solidFill>
                  <a:srgbClr val="5D6470"/>
                </a:solidFill>
                <a:latin typeface="Malgun Gothic"/>
                <a:ea typeface="Malgun Gothic"/>
                <a:cs typeface="Malgun Gothic"/>
              </a:rPr>
              <a:t>접근 가능한</a:t>
            </a:r>
          </a:p>
          <a:p xmlns:a="http://schemas.openxmlformats.org/drawingml/2006/main">
            <a:pPr algn="l">
              <a:defRPr sz="1500" b="0">
                <a:solidFill>
                  <a:srgbClr val="5D6470"/>
                </a:solidFill>
                <a:latin typeface="Malgun Gothic"/>
                <a:ea typeface="Malgun Gothic"/>
                <a:cs typeface="Malgun Gothic"/>
              </a:defRPr>
            </a:pPr>
            <a:r>
              <a:rPr sz="1500" b="0">
                <a:solidFill>
                  <a:srgbClr val="5D6470"/>
                </a:solidFill>
                <a:latin typeface="Malgun Gothic"/>
                <a:ea typeface="Malgun Gothic"/>
                <a:cs typeface="Malgun Gothic"/>
              </a:rPr>
              <a:t>회의 후보</a:t>
            </a:r>
          </a:p>
        </p:txBody>
      </p:sp>
      <p:sp>
        <p:nvSpPr>
          <p:cNvPr id="11" name="">
            <a:extLst xmlns:a="http://schemas.openxmlformats.org/drawingml/2006/main">
              <a:ext uri="{FF2B5EF4-FFF2-40B4-BE49-F238E27FC236}">
                <a16:creationId xmlns:a16="http://schemas.microsoft.com/office/drawing/2014/main" id="{367A536A-4CFC-4CDB-99AC-900A28D93A22}"/>
              </a:ext>
            </a:extLst>
          </p:cNvPr>
          <p:cNvSpPr>
            <a:spLocks xmlns:a="http://schemas.openxmlformats.org/drawingml/2006/main" noGrp="1"/>
          </p:cNvSpPr>
          <p:nvPr/>
        </p:nvSpPr>
        <p:spPr>
          <a:xfrm xmlns:a="http://schemas.openxmlformats.org/drawingml/2006/main">
            <a:off x="7658100" y="2181225"/>
            <a:ext cx="1809750" cy="247650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6D2CAEF-E34E-4105-92F7-063253CC8BAC}"/>
              </a:ext>
            </a:extLst>
          </p:cNvPr>
          <p:cNvSpPr>
            <a:spLocks xmlns:a="http://schemas.openxmlformats.org/drawingml/2006/main" noGrp="1"/>
          </p:cNvSpPr>
          <p:nvPr/>
        </p:nvSpPr>
        <p:spPr>
          <a:xfrm xmlns:a="http://schemas.openxmlformats.org/drawingml/2006/main">
            <a:off x="7886700" y="2419350"/>
            <a:ext cx="1352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latin typeface="Malgun Gothic"/>
                <a:ea typeface="Malgun Gothic"/>
                <a:cs typeface="Malgun Gothic"/>
              </a:defRPr>
            </a:pPr>
            <a:r>
              <a:rPr sz="2100" b="1">
                <a:solidFill>
                  <a:srgbClr val="000000"/>
                </a:solidFill>
                <a:latin typeface="Malgun Gothic"/>
                <a:ea typeface="Malgun Gothic"/>
                <a:cs typeface="Malgun Gothic"/>
              </a:rPr>
              <a:t>회의록</a:t>
            </a:r>
          </a:p>
        </p:txBody>
      </p:sp>
      <p:sp>
        <p:nvSpPr>
          <p:cNvPr id="13" name="">
            <a:extLst xmlns:a="http://schemas.openxmlformats.org/drawingml/2006/main">
              <a:ext uri="{FF2B5EF4-FFF2-40B4-BE49-F238E27FC236}">
                <a16:creationId xmlns:a16="http://schemas.microsoft.com/office/drawing/2014/main" id="{A2AA46E8-AF96-48E6-932D-BAF60F7BCDCD}"/>
              </a:ext>
            </a:extLst>
          </p:cNvPr>
          <p:cNvSpPr>
            <a:spLocks xmlns:a="http://schemas.openxmlformats.org/drawingml/2006/main" noGrp="1"/>
          </p:cNvSpPr>
          <p:nvPr/>
        </p:nvSpPr>
        <p:spPr>
          <a:xfrm xmlns:a="http://schemas.openxmlformats.org/drawingml/2006/main">
            <a:off x="7886700" y="3019425"/>
            <a:ext cx="13525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D6470"/>
                </a:solidFill>
                <a:latin typeface="Malgun Gothic"/>
                <a:ea typeface="Malgun Gothic"/>
                <a:cs typeface="Malgun Gothic"/>
              </a:defRPr>
            </a:pPr>
            <a:r>
              <a:rPr sz="1500" b="0">
                <a:solidFill>
                  <a:srgbClr val="5D6470"/>
                </a:solidFill>
                <a:latin typeface="Malgun Gothic"/>
                <a:ea typeface="Malgun Gothic"/>
                <a:cs typeface="Malgun Gothic"/>
              </a:rPr>
              <a:t>확정본</a:t>
            </a:r>
          </a:p>
          <a:p xmlns:a="http://schemas.openxmlformats.org/drawingml/2006/main">
            <a:pPr algn="l">
              <a:defRPr sz="1500" b="0">
                <a:solidFill>
                  <a:srgbClr val="5D6470"/>
                </a:solidFill>
                <a:latin typeface="Malgun Gothic"/>
                <a:ea typeface="Malgun Gothic"/>
                <a:cs typeface="Malgun Gothic"/>
              </a:defRPr>
            </a:pPr>
            <a:r>
              <a:rPr sz="1500" b="0">
                <a:solidFill>
                  <a:srgbClr val="5D6470"/>
                </a:solidFill>
                <a:latin typeface="Malgun Gothic"/>
                <a:ea typeface="Malgun Gothic"/>
                <a:cs typeface="Malgun Gothic"/>
              </a:rPr>
              <a:t>결정·할 일</a:t>
            </a:r>
          </a:p>
        </p:txBody>
      </p:sp>
      <p:sp>
        <p:nvSpPr>
          <p:cNvPr id="14" name="">
            <a:extLst xmlns:a="http://schemas.openxmlformats.org/drawingml/2006/main">
              <a:ext uri="{FF2B5EF4-FFF2-40B4-BE49-F238E27FC236}">
                <a16:creationId xmlns:a16="http://schemas.microsoft.com/office/drawing/2014/main" id="{CDB6202D-0E5C-42B0-A64A-6F3797133241}"/>
              </a:ext>
            </a:extLst>
          </p:cNvPr>
          <p:cNvSpPr>
            <a:spLocks xmlns:a="http://schemas.openxmlformats.org/drawingml/2006/main" noGrp="1"/>
          </p:cNvSpPr>
          <p:nvPr/>
        </p:nvSpPr>
        <p:spPr>
          <a:xfrm xmlns:a="http://schemas.openxmlformats.org/drawingml/2006/main">
            <a:off x="9667875" y="2181225"/>
            <a:ext cx="1809750" cy="247650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8AC5E7C-D371-4A4D-9002-D0F8278362C5}"/>
              </a:ext>
            </a:extLst>
          </p:cNvPr>
          <p:cNvSpPr>
            <a:spLocks xmlns:a="http://schemas.openxmlformats.org/drawingml/2006/main" noGrp="1"/>
          </p:cNvSpPr>
          <p:nvPr/>
        </p:nvSpPr>
        <p:spPr>
          <a:xfrm xmlns:a="http://schemas.openxmlformats.org/drawingml/2006/main">
            <a:off x="9896475" y="2419350"/>
            <a:ext cx="1352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latin typeface="Malgun Gothic"/>
                <a:ea typeface="Malgun Gothic"/>
                <a:cs typeface="Malgun Gothic"/>
              </a:defRPr>
            </a:pPr>
            <a:r>
              <a:rPr sz="2100" b="1">
                <a:solidFill>
                  <a:srgbClr val="000000"/>
                </a:solidFill>
                <a:latin typeface="Malgun Gothic"/>
                <a:ea typeface="Malgun Gothic"/>
                <a:cs typeface="Malgun Gothic"/>
              </a:rPr>
              <a:t>전사</a:t>
            </a:r>
          </a:p>
        </p:txBody>
      </p:sp>
      <p:sp>
        <p:nvSpPr>
          <p:cNvPr id="16" name="">
            <a:extLst xmlns:a="http://schemas.openxmlformats.org/drawingml/2006/main">
              <a:ext uri="{FF2B5EF4-FFF2-40B4-BE49-F238E27FC236}">
                <a16:creationId xmlns:a16="http://schemas.microsoft.com/office/drawing/2014/main" id="{27518FDA-5E6C-4A54-B109-3DA0F9274D4F}"/>
              </a:ext>
            </a:extLst>
          </p:cNvPr>
          <p:cNvSpPr>
            <a:spLocks xmlns:a="http://schemas.openxmlformats.org/drawingml/2006/main" noGrp="1"/>
          </p:cNvSpPr>
          <p:nvPr/>
        </p:nvSpPr>
        <p:spPr>
          <a:xfrm xmlns:a="http://schemas.openxmlformats.org/drawingml/2006/main">
            <a:off x="9896475" y="3019425"/>
            <a:ext cx="13525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D6470"/>
                </a:solidFill>
                <a:latin typeface="Malgun Gothic"/>
                <a:ea typeface="Malgun Gothic"/>
                <a:cs typeface="Malgun Gothic"/>
              </a:defRPr>
            </a:pPr>
            <a:r>
              <a:rPr sz="1500" b="0">
                <a:solidFill>
                  <a:srgbClr val="5D6470"/>
                </a:solidFill>
                <a:latin typeface="Malgun Gothic"/>
                <a:ea typeface="Malgun Gothic"/>
                <a:cs typeface="Malgun Gothic"/>
              </a:rPr>
              <a:t>필요한</a:t>
            </a:r>
          </a:p>
          <a:p xmlns:a="http://schemas.openxmlformats.org/drawingml/2006/main">
            <a:pPr algn="l">
              <a:defRPr sz="1500" b="0">
                <a:solidFill>
                  <a:srgbClr val="5D6470"/>
                </a:solidFill>
                <a:latin typeface="Malgun Gothic"/>
                <a:ea typeface="Malgun Gothic"/>
                <a:cs typeface="Malgun Gothic"/>
              </a:defRPr>
            </a:pPr>
            <a:r>
              <a:rPr sz="1500" b="0">
                <a:solidFill>
                  <a:srgbClr val="5D6470"/>
                </a:solidFill>
                <a:latin typeface="Malgun Gothic"/>
                <a:ea typeface="Malgun Gothic"/>
                <a:cs typeface="Malgun Gothic"/>
              </a:rPr>
              <a:t>원문 근거</a:t>
            </a:r>
          </a:p>
        </p:txBody>
      </p:sp>
      <p:sp>
        <p:nvSpPr>
          <p:cNvPr id="17" name="">
            <a:extLst xmlns:a="http://schemas.openxmlformats.org/drawingml/2006/main">
              <a:ext uri="{FF2B5EF4-FFF2-40B4-BE49-F238E27FC236}">
                <a16:creationId xmlns:a16="http://schemas.microsoft.com/office/drawing/2014/main" id="{12B04966-1636-43B7-86AA-F876FEFE086D}"/>
              </a:ext>
            </a:extLst>
          </p:cNvPr>
          <p:cNvSpPr>
            <a:spLocks xmlns:a="http://schemas.openxmlformats.org/drawingml/2006/main" noGrp="1"/>
          </p:cNvSpPr>
          <p:nvPr/>
        </p:nvSpPr>
        <p:spPr>
          <a:xfrm xmlns:a="http://schemas.openxmlformats.org/drawingml/2006/main">
            <a:off x="400050" y="37147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Malgun Gothic"/>
                <a:ea typeface="Malgun Gothic"/>
                <a:cs typeface="Malgun Gothic"/>
              </a:defRPr>
            </a:pPr>
            <a:r>
              <a:rPr sz="1875" b="1">
                <a:solidFill>
                  <a:srgbClr val="000000"/>
                </a:solidFill>
                <a:latin typeface="Malgun Gothic"/>
                <a:ea typeface="Malgun Gothic"/>
                <a:cs typeface="Malgun Gothic"/>
              </a:rPr>
              <a:t>Tool이 적다  →  모두 직접 제공</a:t>
            </a:r>
          </a:p>
        </p:txBody>
      </p:sp>
      <p:sp>
        <p:nvSpPr>
          <p:cNvPr id="18" name="">
            <a:extLst xmlns:a="http://schemas.openxmlformats.org/drawingml/2006/main">
              <a:ext uri="{FF2B5EF4-FFF2-40B4-BE49-F238E27FC236}">
                <a16:creationId xmlns:a16="http://schemas.microsoft.com/office/drawing/2014/main" id="{7B80DE4B-F0DB-4E30-B56F-67A9DAB0EBB3}"/>
              </a:ext>
            </a:extLst>
          </p:cNvPr>
          <p:cNvSpPr>
            <a:spLocks xmlns:a="http://schemas.openxmlformats.org/drawingml/2006/main" noGrp="1"/>
          </p:cNvSpPr>
          <p:nvPr/>
        </p:nvSpPr>
        <p:spPr>
          <a:xfrm xmlns:a="http://schemas.openxmlformats.org/drawingml/2006/main">
            <a:off x="400050" y="42957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Malgun Gothic"/>
                <a:ea typeface="Malgun Gothic"/>
                <a:cs typeface="Malgun Gothic"/>
              </a:defRPr>
            </a:pPr>
            <a:r>
              <a:rPr sz="1875" b="1">
                <a:solidFill>
                  <a:srgbClr val="000000"/>
                </a:solidFill>
                <a:latin typeface="Malgun Gothic"/>
                <a:ea typeface="Malgun Gothic"/>
                <a:cs typeface="Malgun Gothic"/>
              </a:rPr>
              <a:t>Tool이 많다  →  Toolkit·권한으로 1차 필터</a:t>
            </a:r>
          </a:p>
        </p:txBody>
      </p:sp>
      <p:sp>
        <p:nvSpPr>
          <p:cNvPr id="19" name="">
            <a:extLst xmlns:a="http://schemas.openxmlformats.org/drawingml/2006/main">
              <a:ext uri="{FF2B5EF4-FFF2-40B4-BE49-F238E27FC236}">
                <a16:creationId xmlns:a16="http://schemas.microsoft.com/office/drawing/2014/main" id="{D69C0757-5716-4A0D-A610-CEECFAF7947B}"/>
              </a:ext>
            </a:extLst>
          </p:cNvPr>
          <p:cNvSpPr>
            <a:spLocks xmlns:a="http://schemas.openxmlformats.org/drawingml/2006/main" noGrp="1"/>
          </p:cNvSpPr>
          <p:nvPr/>
        </p:nvSpPr>
        <p:spPr>
          <a:xfrm xmlns:a="http://schemas.openxmlformats.org/drawingml/2006/main">
            <a:off x="400050" y="5686425"/>
            <a:ext cx="11391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5D6470"/>
                </a:solidFill>
                <a:latin typeface="Malgun Gothic"/>
                <a:ea typeface="Malgun Gothic"/>
                <a:cs typeface="Malgun Gothic"/>
              </a:defRPr>
            </a:pPr>
            <a:r>
              <a:rPr sz="1725" b="0">
                <a:solidFill>
                  <a:srgbClr val="5D6470"/>
                </a:solidFill>
                <a:latin typeface="Malgun Gothic"/>
                <a:ea typeface="Malgun Gothic"/>
                <a:cs typeface="Malgun Gothic"/>
              </a:rPr>
              <a:t>Toolkit은 필수 단계가 아니라, 선택 오류와 토큰 비용이 실제로 커질 때 도입한다.</a:t>
            </a:r>
          </a:p>
        </p:txBody>
      </p:sp>
    </p:spTree>
    <p:extLst>
      <p:ext uri="{BB962C8B-B14F-4D97-AF65-F5344CB8AC3E}">
        <p14:creationId xmlns:p14="http://schemas.microsoft.com/office/powerpoint/2010/main" val="114364207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1AF573B-C5A7-490D-A5D2-588175D9B0CE}"/>
              </a:ext>
            </a:extLst>
          </p:cNvPr>
          <p:cNvSpPr>
            <a:spLocks xmlns:a="http://schemas.openxmlformats.org/drawingml/2006/main" noGrp="1"/>
          </p:cNvSpPr>
          <p:nvPr/>
        </p:nvSpPr>
        <p:spPr>
          <a:xfrm xmlns:a="http://schemas.openxmlformats.org/drawingml/2006/main">
            <a:off x="400050" y="2095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Malgun Gothic"/>
                <a:ea typeface="Malgun Gothic"/>
                <a:cs typeface="Malgun Gothic"/>
              </a:defRPr>
            </a:pPr>
            <a:r>
              <a:rPr sz="1050" b="1">
                <a:solidFill>
                  <a:srgbClr val="3D8DFF"/>
                </a:solidFill>
                <a:latin typeface="Malgun Gothic"/>
                <a:ea typeface="Malgun Gothic"/>
                <a:cs typeface="Malgun Gothic"/>
              </a:rPr>
              <a:t>TOOL SELECTION</a:t>
            </a:r>
          </a:p>
        </p:txBody>
      </p:sp>
      <p:sp>
        <p:nvSpPr>
          <p:cNvPr id="2" name="">
            <a:extLst xmlns:a="http://schemas.openxmlformats.org/drawingml/2006/main">
              <a:ext uri="{FF2B5EF4-FFF2-40B4-BE49-F238E27FC236}">
                <a16:creationId xmlns:a16="http://schemas.microsoft.com/office/drawing/2014/main" id="{90910655-54C3-4D1A-AD1D-E0607F1D81B9}"/>
              </a:ext>
            </a:extLst>
          </p:cNvPr>
          <p:cNvSpPr>
            <a:spLocks xmlns:a="http://schemas.openxmlformats.org/drawingml/2006/main" noGrp="1"/>
          </p:cNvSpPr>
          <p:nvPr/>
        </p:nvSpPr>
        <p:spPr>
          <a:xfrm xmlns:a="http://schemas.openxmlformats.org/drawingml/2006/main">
            <a:off x="390525" y="457200"/>
            <a:ext cx="11410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000000"/>
                </a:solidFill>
                <a:latin typeface="Malgun Gothic"/>
                <a:ea typeface="Malgun Gothic"/>
                <a:cs typeface="Malgun Gothic"/>
              </a:defRPr>
            </a:pPr>
            <a:r>
              <a:rPr sz="3450" b="1">
                <a:solidFill>
                  <a:srgbClr val="000000"/>
                </a:solidFill>
                <a:latin typeface="Malgun Gothic"/>
                <a:ea typeface="Malgun Gothic"/>
                <a:cs typeface="Malgun Gothic"/>
              </a:rPr>
              <a:t>Tool 선택은 유사도 비교가 아니라 다섯 단계다</a:t>
            </a:r>
          </a:p>
        </p:txBody>
      </p:sp>
      <p:sp>
        <p:nvSpPr>
          <p:cNvPr id="3" name="">
            <a:extLst xmlns:a="http://schemas.openxmlformats.org/drawingml/2006/main">
              <a:ext uri="{FF2B5EF4-FFF2-40B4-BE49-F238E27FC236}">
                <a16:creationId xmlns:a16="http://schemas.microsoft.com/office/drawing/2014/main" id="{00C7B807-625C-4CA6-AE41-3878D2AC2B96}"/>
              </a:ext>
            </a:extLst>
          </p:cNvPr>
          <p:cNvSpPr>
            <a:spLocks xmlns:a="http://schemas.openxmlformats.org/drawingml/2006/main" noGrp="1"/>
          </p:cNvSpPr>
          <p:nvPr/>
        </p:nvSpPr>
        <p:spPr>
          <a:xfrm xmlns:a="http://schemas.openxmlformats.org/drawingml/2006/main">
            <a:off x="11277600" y="63341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D6470"/>
                </a:solidFill>
                <a:latin typeface="Malgun Gothic"/>
                <a:ea typeface="Malgun Gothic"/>
                <a:cs typeface="Malgun Gothic"/>
              </a:defRPr>
            </a:pPr>
            <a:r>
              <a:rPr sz="1050" b="0">
                <a:solidFill>
                  <a:srgbClr val="5D6470"/>
                </a:solidFill>
                <a:latin typeface="Malgun Gothic"/>
                <a:ea typeface="Malgun Gothic"/>
                <a:cs typeface="Malgun Gothic"/>
              </a:rPr>
              <a:t>08</a:t>
            </a:r>
          </a:p>
        </p:txBody>
      </p:sp>
      <p:sp>
        <p:nvSpPr>
          <p:cNvPr id="4" name="">
            <a:extLst xmlns:a="http://schemas.openxmlformats.org/drawingml/2006/main">
              <a:ext uri="{FF2B5EF4-FFF2-40B4-BE49-F238E27FC236}">
                <a16:creationId xmlns:a16="http://schemas.microsoft.com/office/drawing/2014/main" id="{00484EE8-D464-409D-BAFD-8DCE41D803C3}"/>
              </a:ext>
            </a:extLst>
          </p:cNvPr>
          <p:cNvSpPr>
            <a:spLocks xmlns:a="http://schemas.openxmlformats.org/drawingml/2006/main" noGrp="1"/>
          </p:cNvSpPr>
          <p:nvPr/>
        </p:nvSpPr>
        <p:spPr>
          <a:xfrm xmlns:a="http://schemas.openxmlformats.org/drawingml/2006/main">
            <a:off x="400050" y="1971675"/>
            <a:ext cx="1962150" cy="2381250"/>
          </a:xfrm>
          <a:prstGeom xmlns:a="http://schemas.openxmlformats.org/drawingml/2006/main" prst="roundRect">
            <a:avLst>
              <a:gd name="adj" fmla="val 5825"/>
            </a:avLst>
          </a:prstGeom>
          <a:solidFill xmlns:a="http://schemas.openxmlformats.org/drawingml/2006/main">
            <a:srgbClr val="F2F2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C7A15AB-AAD9-453C-9B9E-702F36C04256}"/>
              </a:ext>
            </a:extLst>
          </p:cNvPr>
          <p:cNvSpPr>
            <a:spLocks xmlns:a="http://schemas.openxmlformats.org/drawingml/2006/main" noGrp="1"/>
          </p:cNvSpPr>
          <p:nvPr/>
        </p:nvSpPr>
        <p:spPr>
          <a:xfrm xmlns:a="http://schemas.openxmlformats.org/drawingml/2006/main">
            <a:off x="628650" y="2190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Malgun Gothic"/>
                <a:ea typeface="Malgun Gothic"/>
                <a:cs typeface="Malgun Gothic"/>
              </a:defRPr>
            </a:pPr>
            <a:r>
              <a:rPr sz="1200" b="1">
                <a:solidFill>
                  <a:srgbClr val="3D8DFF"/>
                </a:solidFill>
                <a:latin typeface="Malgun Gothic"/>
                <a:ea typeface="Malgun Gothic"/>
                <a:cs typeface="Malgun Gothic"/>
              </a:rPr>
              <a:t>01</a:t>
            </a:r>
          </a:p>
        </p:txBody>
      </p:sp>
      <p:sp>
        <p:nvSpPr>
          <p:cNvPr id="6" name="">
            <a:extLst xmlns:a="http://schemas.openxmlformats.org/drawingml/2006/main">
              <a:ext uri="{FF2B5EF4-FFF2-40B4-BE49-F238E27FC236}">
                <a16:creationId xmlns:a16="http://schemas.microsoft.com/office/drawing/2014/main" id="{DDBDEC2F-D330-4C5F-AE3F-21C668088D50}"/>
              </a:ext>
            </a:extLst>
          </p:cNvPr>
          <p:cNvSpPr>
            <a:spLocks xmlns:a="http://schemas.openxmlformats.org/drawingml/2006/main" noGrp="1"/>
          </p:cNvSpPr>
          <p:nvPr/>
        </p:nvSpPr>
        <p:spPr>
          <a:xfrm xmlns:a="http://schemas.openxmlformats.org/drawingml/2006/main">
            <a:off x="628650" y="2695575"/>
            <a:ext cx="1504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필요성</a:t>
            </a:r>
          </a:p>
        </p:txBody>
      </p:sp>
      <p:sp>
        <p:nvSpPr>
          <p:cNvPr id="7" name="">
            <a:extLst xmlns:a="http://schemas.openxmlformats.org/drawingml/2006/main">
              <a:ext uri="{FF2B5EF4-FFF2-40B4-BE49-F238E27FC236}">
                <a16:creationId xmlns:a16="http://schemas.microsoft.com/office/drawing/2014/main" id="{9E843DEC-56E3-4FF8-B88E-32E72224D05D}"/>
              </a:ext>
            </a:extLst>
          </p:cNvPr>
          <p:cNvSpPr>
            <a:spLocks xmlns:a="http://schemas.openxmlformats.org/drawingml/2006/main" noGrp="1"/>
          </p:cNvSpPr>
          <p:nvPr/>
        </p:nvSpPr>
        <p:spPr>
          <a:xfrm xmlns:a="http://schemas.openxmlformats.org/drawingml/2006/main">
            <a:off x="628650" y="3371850"/>
            <a:ext cx="1504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D6470"/>
                </a:solidFill>
                <a:latin typeface="Malgun Gothic"/>
                <a:ea typeface="Malgun Gothic"/>
                <a:cs typeface="Malgun Gothic"/>
              </a:defRPr>
            </a:pPr>
            <a:r>
              <a:rPr sz="1425" b="0">
                <a:solidFill>
                  <a:srgbClr val="5D6470"/>
                </a:solidFill>
                <a:latin typeface="Malgun Gothic"/>
                <a:ea typeface="Malgun Gothic"/>
                <a:cs typeface="Malgun Gothic"/>
              </a:rPr>
              <a:t>외부 정보·행동이</a:t>
            </a:r>
          </a:p>
          <a:p xmlns:a="http://schemas.openxmlformats.org/drawingml/2006/main">
            <a:pPr algn="l">
              <a:defRPr sz="1425" b="0">
                <a:solidFill>
                  <a:srgbClr val="5D6470"/>
                </a:solidFill>
                <a:latin typeface="Malgun Gothic"/>
                <a:ea typeface="Malgun Gothic"/>
                <a:cs typeface="Malgun Gothic"/>
              </a:defRPr>
            </a:pPr>
            <a:r>
              <a:rPr sz="1425" b="0">
                <a:solidFill>
                  <a:srgbClr val="5D6470"/>
                </a:solidFill>
                <a:latin typeface="Malgun Gothic"/>
                <a:ea typeface="Malgun Gothic"/>
                <a:cs typeface="Malgun Gothic"/>
              </a:rPr>
              <a:t>정말 필요한가?</a:t>
            </a:r>
          </a:p>
        </p:txBody>
      </p:sp>
      <p:sp>
        <p:nvSpPr>
          <p:cNvPr id="8" name="">
            <a:extLst xmlns:a="http://schemas.openxmlformats.org/drawingml/2006/main">
              <a:ext uri="{FF2B5EF4-FFF2-40B4-BE49-F238E27FC236}">
                <a16:creationId xmlns:a16="http://schemas.microsoft.com/office/drawing/2014/main" id="{E974A14C-EADC-4440-937D-8B24BAE18EAE}"/>
              </a:ext>
            </a:extLst>
          </p:cNvPr>
          <p:cNvSpPr>
            <a:spLocks xmlns:a="http://schemas.openxmlformats.org/drawingml/2006/main" noGrp="1"/>
          </p:cNvSpPr>
          <p:nvPr/>
        </p:nvSpPr>
        <p:spPr>
          <a:xfrm xmlns:a="http://schemas.openxmlformats.org/drawingml/2006/main">
            <a:off x="2724150" y="1971675"/>
            <a:ext cx="1962150" cy="2381250"/>
          </a:xfrm>
          <a:prstGeom xmlns:a="http://schemas.openxmlformats.org/drawingml/2006/main" prst="roundRect">
            <a:avLst>
              <a:gd name="adj" fmla="val 5825"/>
            </a:avLst>
          </a:prstGeom>
          <a:solidFill xmlns:a="http://schemas.openxmlformats.org/drawingml/2006/main">
            <a:srgbClr val="F2F2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ED8BEA9-A839-4C4A-A9FF-0A5676134C5D}"/>
              </a:ext>
            </a:extLst>
          </p:cNvPr>
          <p:cNvSpPr>
            <a:spLocks xmlns:a="http://schemas.openxmlformats.org/drawingml/2006/main" noGrp="1"/>
          </p:cNvSpPr>
          <p:nvPr/>
        </p:nvSpPr>
        <p:spPr>
          <a:xfrm xmlns:a="http://schemas.openxmlformats.org/drawingml/2006/main">
            <a:off x="2952750" y="2190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Malgun Gothic"/>
                <a:ea typeface="Malgun Gothic"/>
                <a:cs typeface="Malgun Gothic"/>
              </a:defRPr>
            </a:pPr>
            <a:r>
              <a:rPr sz="1200" b="1">
                <a:solidFill>
                  <a:srgbClr val="3D8DFF"/>
                </a:solidFill>
                <a:latin typeface="Malgun Gothic"/>
                <a:ea typeface="Malgun Gothic"/>
                <a:cs typeface="Malgun Gothic"/>
              </a:rPr>
              <a:t>02</a:t>
            </a:r>
          </a:p>
        </p:txBody>
      </p:sp>
      <p:sp>
        <p:nvSpPr>
          <p:cNvPr id="10" name="">
            <a:extLst xmlns:a="http://schemas.openxmlformats.org/drawingml/2006/main">
              <a:ext uri="{FF2B5EF4-FFF2-40B4-BE49-F238E27FC236}">
                <a16:creationId xmlns:a16="http://schemas.microsoft.com/office/drawing/2014/main" id="{7C17BEC4-A76A-46B2-8A07-DC4EB9730272}"/>
              </a:ext>
            </a:extLst>
          </p:cNvPr>
          <p:cNvSpPr>
            <a:spLocks xmlns:a="http://schemas.openxmlformats.org/drawingml/2006/main" noGrp="1"/>
          </p:cNvSpPr>
          <p:nvPr/>
        </p:nvSpPr>
        <p:spPr>
          <a:xfrm xmlns:a="http://schemas.openxmlformats.org/drawingml/2006/main">
            <a:off x="2952750" y="2695575"/>
            <a:ext cx="1504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범위</a:t>
            </a:r>
          </a:p>
        </p:txBody>
      </p:sp>
      <p:sp>
        <p:nvSpPr>
          <p:cNvPr id="11" name="">
            <a:extLst xmlns:a="http://schemas.openxmlformats.org/drawingml/2006/main">
              <a:ext uri="{FF2B5EF4-FFF2-40B4-BE49-F238E27FC236}">
                <a16:creationId xmlns:a16="http://schemas.microsoft.com/office/drawing/2014/main" id="{E01279AF-7FA8-4AC8-9BA9-9FCD066AFCE8}"/>
              </a:ext>
            </a:extLst>
          </p:cNvPr>
          <p:cNvSpPr>
            <a:spLocks xmlns:a="http://schemas.openxmlformats.org/drawingml/2006/main" noGrp="1"/>
          </p:cNvSpPr>
          <p:nvPr/>
        </p:nvSpPr>
        <p:spPr>
          <a:xfrm xmlns:a="http://schemas.openxmlformats.org/drawingml/2006/main">
            <a:off x="2952750" y="3371850"/>
            <a:ext cx="1504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D6470"/>
                </a:solidFill>
                <a:latin typeface="Malgun Gothic"/>
                <a:ea typeface="Malgun Gothic"/>
                <a:cs typeface="Malgun Gothic"/>
              </a:defRPr>
            </a:pPr>
            <a:r>
              <a:rPr sz="1425" b="0">
                <a:solidFill>
                  <a:srgbClr val="5D6470"/>
                </a:solidFill>
                <a:latin typeface="Malgun Gothic"/>
                <a:ea typeface="Malgun Gothic"/>
                <a:cs typeface="Malgun Gothic"/>
              </a:rPr>
              <a:t>허용된 Toolkit·</a:t>
            </a:r>
          </a:p>
          <a:p xmlns:a="http://schemas.openxmlformats.org/drawingml/2006/main">
            <a:pPr algn="l">
              <a:defRPr sz="1425" b="0">
                <a:solidFill>
                  <a:srgbClr val="5D6470"/>
                </a:solidFill>
                <a:latin typeface="Malgun Gothic"/>
                <a:ea typeface="Malgun Gothic"/>
                <a:cs typeface="Malgun Gothic"/>
              </a:defRPr>
            </a:pPr>
            <a:r>
              <a:rPr sz="1425" b="0">
                <a:solidFill>
                  <a:srgbClr val="5D6470"/>
                </a:solidFill>
                <a:latin typeface="Malgun Gothic"/>
                <a:ea typeface="Malgun Gothic"/>
                <a:cs typeface="Malgun Gothic"/>
              </a:rPr>
              <a:t>권한은 어디인가?</a:t>
            </a:r>
          </a:p>
        </p:txBody>
      </p:sp>
      <p:sp>
        <p:nvSpPr>
          <p:cNvPr id="12" name="">
            <a:extLst xmlns:a="http://schemas.openxmlformats.org/drawingml/2006/main">
              <a:ext uri="{FF2B5EF4-FFF2-40B4-BE49-F238E27FC236}">
                <a16:creationId xmlns:a16="http://schemas.microsoft.com/office/drawing/2014/main" id="{57C1D90E-CC90-48B1-96BD-A5819B37CCFE}"/>
              </a:ext>
            </a:extLst>
          </p:cNvPr>
          <p:cNvSpPr>
            <a:spLocks xmlns:a="http://schemas.openxmlformats.org/drawingml/2006/main" noGrp="1"/>
          </p:cNvSpPr>
          <p:nvPr/>
        </p:nvSpPr>
        <p:spPr>
          <a:xfrm xmlns:a="http://schemas.openxmlformats.org/drawingml/2006/main">
            <a:off x="5048250" y="1971675"/>
            <a:ext cx="1962150" cy="2381250"/>
          </a:xfrm>
          <a:prstGeom xmlns:a="http://schemas.openxmlformats.org/drawingml/2006/main" prst="roundRect">
            <a:avLst>
              <a:gd name="adj" fmla="val 5825"/>
            </a:avLst>
          </a:prstGeom>
          <a:solidFill xmlns:a="http://schemas.openxmlformats.org/drawingml/2006/main">
            <a:srgbClr val="EAF4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237A6D6-4F38-4308-B276-0716EBAEF553}"/>
              </a:ext>
            </a:extLst>
          </p:cNvPr>
          <p:cNvSpPr>
            <a:spLocks xmlns:a="http://schemas.openxmlformats.org/drawingml/2006/main" noGrp="1"/>
          </p:cNvSpPr>
          <p:nvPr/>
        </p:nvSpPr>
        <p:spPr>
          <a:xfrm xmlns:a="http://schemas.openxmlformats.org/drawingml/2006/main">
            <a:off x="5276850" y="2190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Malgun Gothic"/>
                <a:ea typeface="Malgun Gothic"/>
                <a:cs typeface="Malgun Gothic"/>
              </a:defRPr>
            </a:pPr>
            <a:r>
              <a:rPr sz="1200" b="1">
                <a:solidFill>
                  <a:srgbClr val="3D8DFF"/>
                </a:solidFill>
                <a:latin typeface="Malgun Gothic"/>
                <a:ea typeface="Malgun Gothic"/>
                <a:cs typeface="Malgun Gothic"/>
              </a:rPr>
              <a:t>03</a:t>
            </a:r>
          </a:p>
        </p:txBody>
      </p:sp>
      <p:sp>
        <p:nvSpPr>
          <p:cNvPr id="14" name="">
            <a:extLst xmlns:a="http://schemas.openxmlformats.org/drawingml/2006/main">
              <a:ext uri="{FF2B5EF4-FFF2-40B4-BE49-F238E27FC236}">
                <a16:creationId xmlns:a16="http://schemas.microsoft.com/office/drawing/2014/main" id="{0832D193-45D0-4448-8D4B-3F4FDC3FF13A}"/>
              </a:ext>
            </a:extLst>
          </p:cNvPr>
          <p:cNvSpPr>
            <a:spLocks xmlns:a="http://schemas.openxmlformats.org/drawingml/2006/main" noGrp="1"/>
          </p:cNvSpPr>
          <p:nvPr/>
        </p:nvSpPr>
        <p:spPr>
          <a:xfrm xmlns:a="http://schemas.openxmlformats.org/drawingml/2006/main">
            <a:off x="5276850" y="2695575"/>
            <a:ext cx="1504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후보</a:t>
            </a:r>
          </a:p>
        </p:txBody>
      </p:sp>
      <p:sp>
        <p:nvSpPr>
          <p:cNvPr id="15" name="">
            <a:extLst xmlns:a="http://schemas.openxmlformats.org/drawingml/2006/main">
              <a:ext uri="{FF2B5EF4-FFF2-40B4-BE49-F238E27FC236}">
                <a16:creationId xmlns:a16="http://schemas.microsoft.com/office/drawing/2014/main" id="{FA1D231F-D6E3-4409-9C83-29CC9E21EB02}"/>
              </a:ext>
            </a:extLst>
          </p:cNvPr>
          <p:cNvSpPr>
            <a:spLocks xmlns:a="http://schemas.openxmlformats.org/drawingml/2006/main" noGrp="1"/>
          </p:cNvSpPr>
          <p:nvPr/>
        </p:nvSpPr>
        <p:spPr>
          <a:xfrm xmlns:a="http://schemas.openxmlformats.org/drawingml/2006/main">
            <a:off x="5276850" y="3371850"/>
            <a:ext cx="1504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D6470"/>
                </a:solidFill>
                <a:latin typeface="Malgun Gothic"/>
                <a:ea typeface="Malgun Gothic"/>
                <a:cs typeface="Malgun Gothic"/>
              </a:defRPr>
            </a:pPr>
            <a:r>
              <a:rPr sz="1425" b="0">
                <a:solidFill>
                  <a:srgbClr val="5D6470"/>
                </a:solidFill>
                <a:latin typeface="Malgun Gothic"/>
                <a:ea typeface="Malgun Gothic"/>
                <a:cs typeface="Malgun Gothic"/>
              </a:rPr>
              <a:t>Description·Schema와</a:t>
            </a:r>
          </a:p>
          <a:p xmlns:a="http://schemas.openxmlformats.org/drawingml/2006/main">
            <a:pPr algn="l">
              <a:defRPr sz="1425" b="0">
                <a:solidFill>
                  <a:srgbClr val="5D6470"/>
                </a:solidFill>
                <a:latin typeface="Malgun Gothic"/>
                <a:ea typeface="Malgun Gothic"/>
                <a:cs typeface="Malgun Gothic"/>
              </a:defRPr>
            </a:pPr>
            <a:r>
              <a:rPr sz="1425" b="0">
                <a:solidFill>
                  <a:srgbClr val="5D6470"/>
                </a:solidFill>
                <a:latin typeface="Malgun Gothic"/>
                <a:ea typeface="Malgun Gothic"/>
                <a:cs typeface="Malgun Gothic"/>
              </a:rPr>
              <a:t>가까운 Tool은?</a:t>
            </a:r>
          </a:p>
        </p:txBody>
      </p:sp>
      <p:sp>
        <p:nvSpPr>
          <p:cNvPr id="16" name="">
            <a:extLst xmlns:a="http://schemas.openxmlformats.org/drawingml/2006/main">
              <a:ext uri="{FF2B5EF4-FFF2-40B4-BE49-F238E27FC236}">
                <a16:creationId xmlns:a16="http://schemas.microsoft.com/office/drawing/2014/main" id="{E806C709-7846-45CF-B242-87C32FB1526B}"/>
              </a:ext>
            </a:extLst>
          </p:cNvPr>
          <p:cNvSpPr>
            <a:spLocks xmlns:a="http://schemas.openxmlformats.org/drawingml/2006/main" noGrp="1"/>
          </p:cNvSpPr>
          <p:nvPr/>
        </p:nvSpPr>
        <p:spPr>
          <a:xfrm xmlns:a="http://schemas.openxmlformats.org/drawingml/2006/main">
            <a:off x="7372350" y="1971675"/>
            <a:ext cx="1962150" cy="2381250"/>
          </a:xfrm>
          <a:prstGeom xmlns:a="http://schemas.openxmlformats.org/drawingml/2006/main" prst="roundRect">
            <a:avLst>
              <a:gd name="adj" fmla="val 5825"/>
            </a:avLst>
          </a:prstGeom>
          <a:solidFill xmlns:a="http://schemas.openxmlformats.org/drawingml/2006/main">
            <a:srgbClr val="F2F2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161D1D1-7748-4923-BFCA-0A0E6E1EA5F3}"/>
              </a:ext>
            </a:extLst>
          </p:cNvPr>
          <p:cNvSpPr>
            <a:spLocks xmlns:a="http://schemas.openxmlformats.org/drawingml/2006/main" noGrp="1"/>
          </p:cNvSpPr>
          <p:nvPr/>
        </p:nvSpPr>
        <p:spPr>
          <a:xfrm xmlns:a="http://schemas.openxmlformats.org/drawingml/2006/main">
            <a:off x="7600950" y="2190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Malgun Gothic"/>
                <a:ea typeface="Malgun Gothic"/>
                <a:cs typeface="Malgun Gothic"/>
              </a:defRPr>
            </a:pPr>
            <a:r>
              <a:rPr sz="1200" b="1">
                <a:solidFill>
                  <a:srgbClr val="3D8DFF"/>
                </a:solidFill>
                <a:latin typeface="Malgun Gothic"/>
                <a:ea typeface="Malgun Gothic"/>
                <a:cs typeface="Malgun Gothic"/>
              </a:rPr>
              <a:t>04</a:t>
            </a:r>
          </a:p>
        </p:txBody>
      </p:sp>
      <p:sp>
        <p:nvSpPr>
          <p:cNvPr id="18" name="">
            <a:extLst xmlns:a="http://schemas.openxmlformats.org/drawingml/2006/main">
              <a:ext uri="{FF2B5EF4-FFF2-40B4-BE49-F238E27FC236}">
                <a16:creationId xmlns:a16="http://schemas.microsoft.com/office/drawing/2014/main" id="{D6F92923-78B2-4A58-B09A-350E31C9E3B4}"/>
              </a:ext>
            </a:extLst>
          </p:cNvPr>
          <p:cNvSpPr>
            <a:spLocks xmlns:a="http://schemas.openxmlformats.org/drawingml/2006/main" noGrp="1"/>
          </p:cNvSpPr>
          <p:nvPr/>
        </p:nvSpPr>
        <p:spPr>
          <a:xfrm xmlns:a="http://schemas.openxmlformats.org/drawingml/2006/main">
            <a:off x="7600950" y="2695575"/>
            <a:ext cx="1504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선택·인자</a:t>
            </a:r>
          </a:p>
        </p:txBody>
      </p:sp>
      <p:sp>
        <p:nvSpPr>
          <p:cNvPr id="19" name="">
            <a:extLst xmlns:a="http://schemas.openxmlformats.org/drawingml/2006/main">
              <a:ext uri="{FF2B5EF4-FFF2-40B4-BE49-F238E27FC236}">
                <a16:creationId xmlns:a16="http://schemas.microsoft.com/office/drawing/2014/main" id="{E9376929-38DD-476B-A4D6-1731386AC6CA}"/>
              </a:ext>
            </a:extLst>
          </p:cNvPr>
          <p:cNvSpPr>
            <a:spLocks xmlns:a="http://schemas.openxmlformats.org/drawingml/2006/main" noGrp="1"/>
          </p:cNvSpPr>
          <p:nvPr/>
        </p:nvSpPr>
        <p:spPr>
          <a:xfrm xmlns:a="http://schemas.openxmlformats.org/drawingml/2006/main">
            <a:off x="7600950" y="3371850"/>
            <a:ext cx="1504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D6470"/>
                </a:solidFill>
                <a:latin typeface="Malgun Gothic"/>
                <a:ea typeface="Malgun Gothic"/>
                <a:cs typeface="Malgun Gothic"/>
              </a:defRPr>
            </a:pPr>
            <a:r>
              <a:rPr sz="1425" b="0">
                <a:solidFill>
                  <a:srgbClr val="5D6470"/>
                </a:solidFill>
                <a:latin typeface="Malgun Gothic"/>
                <a:ea typeface="Malgun Gothic"/>
                <a:cs typeface="Malgun Gothic"/>
              </a:rPr>
              <a:t>현재 상태에 맞는</a:t>
            </a:r>
          </a:p>
          <a:p xmlns:a="http://schemas.openxmlformats.org/drawingml/2006/main">
            <a:pPr algn="l">
              <a:defRPr sz="1425" b="0">
                <a:solidFill>
                  <a:srgbClr val="5D6470"/>
                </a:solidFill>
                <a:latin typeface="Malgun Gothic"/>
                <a:ea typeface="Malgun Gothic"/>
                <a:cs typeface="Malgun Gothic"/>
              </a:defRPr>
            </a:pPr>
            <a:r>
              <a:rPr sz="1425" b="0">
                <a:solidFill>
                  <a:srgbClr val="5D6470"/>
                </a:solidFill>
                <a:latin typeface="Malgun Gothic"/>
                <a:ea typeface="Malgun Gothic"/>
                <a:cs typeface="Malgun Gothic"/>
              </a:rPr>
              <a:t>Tool과 입력은?</a:t>
            </a:r>
          </a:p>
        </p:txBody>
      </p:sp>
      <p:sp>
        <p:nvSpPr>
          <p:cNvPr id="20" name="">
            <a:extLst xmlns:a="http://schemas.openxmlformats.org/drawingml/2006/main">
              <a:ext uri="{FF2B5EF4-FFF2-40B4-BE49-F238E27FC236}">
                <a16:creationId xmlns:a16="http://schemas.microsoft.com/office/drawing/2014/main" id="{830BDB41-E5B7-490F-AE5F-DAEB0644EAC8}"/>
              </a:ext>
            </a:extLst>
          </p:cNvPr>
          <p:cNvSpPr>
            <a:spLocks xmlns:a="http://schemas.openxmlformats.org/drawingml/2006/main" noGrp="1"/>
          </p:cNvSpPr>
          <p:nvPr/>
        </p:nvSpPr>
        <p:spPr>
          <a:xfrm xmlns:a="http://schemas.openxmlformats.org/drawingml/2006/main">
            <a:off x="9696450" y="1971675"/>
            <a:ext cx="1962150" cy="2381250"/>
          </a:xfrm>
          <a:prstGeom xmlns:a="http://schemas.openxmlformats.org/drawingml/2006/main" prst="roundRect">
            <a:avLst>
              <a:gd name="adj" fmla="val 5825"/>
            </a:avLst>
          </a:prstGeom>
          <a:solidFill xmlns:a="http://schemas.openxmlformats.org/drawingml/2006/main">
            <a:srgbClr val="F2F2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8052F6F-67F7-47AA-AFA8-04BC7BF4F3D5}"/>
              </a:ext>
            </a:extLst>
          </p:cNvPr>
          <p:cNvSpPr>
            <a:spLocks xmlns:a="http://schemas.openxmlformats.org/drawingml/2006/main" noGrp="1"/>
          </p:cNvSpPr>
          <p:nvPr/>
        </p:nvSpPr>
        <p:spPr>
          <a:xfrm xmlns:a="http://schemas.openxmlformats.org/drawingml/2006/main">
            <a:off x="9925050" y="2190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Malgun Gothic"/>
                <a:ea typeface="Malgun Gothic"/>
                <a:cs typeface="Malgun Gothic"/>
              </a:defRPr>
            </a:pPr>
            <a:r>
              <a:rPr sz="1200" b="1">
                <a:solidFill>
                  <a:srgbClr val="3D8DFF"/>
                </a:solidFill>
                <a:latin typeface="Malgun Gothic"/>
                <a:ea typeface="Malgun Gothic"/>
                <a:cs typeface="Malgun Gothic"/>
              </a:rPr>
              <a:t>05</a:t>
            </a:r>
          </a:p>
        </p:txBody>
      </p:sp>
      <p:sp>
        <p:nvSpPr>
          <p:cNvPr id="22" name="">
            <a:extLst xmlns:a="http://schemas.openxmlformats.org/drawingml/2006/main">
              <a:ext uri="{FF2B5EF4-FFF2-40B4-BE49-F238E27FC236}">
                <a16:creationId xmlns:a16="http://schemas.microsoft.com/office/drawing/2014/main" id="{054DA716-17E0-4E46-A059-173B616AE178}"/>
              </a:ext>
            </a:extLst>
          </p:cNvPr>
          <p:cNvSpPr>
            <a:spLocks xmlns:a="http://schemas.openxmlformats.org/drawingml/2006/main" noGrp="1"/>
          </p:cNvSpPr>
          <p:nvPr/>
        </p:nvSpPr>
        <p:spPr>
          <a:xfrm xmlns:a="http://schemas.openxmlformats.org/drawingml/2006/main">
            <a:off x="9925050" y="2695575"/>
            <a:ext cx="1504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검증·실행</a:t>
            </a:r>
          </a:p>
        </p:txBody>
      </p:sp>
      <p:sp>
        <p:nvSpPr>
          <p:cNvPr id="23" name="">
            <a:extLst xmlns:a="http://schemas.openxmlformats.org/drawingml/2006/main">
              <a:ext uri="{FF2B5EF4-FFF2-40B4-BE49-F238E27FC236}">
                <a16:creationId xmlns:a16="http://schemas.microsoft.com/office/drawing/2014/main" id="{0495316E-9A2B-4028-B005-EC2F134B871C}"/>
              </a:ext>
            </a:extLst>
          </p:cNvPr>
          <p:cNvSpPr>
            <a:spLocks xmlns:a="http://schemas.openxmlformats.org/drawingml/2006/main" noGrp="1"/>
          </p:cNvSpPr>
          <p:nvPr/>
        </p:nvSpPr>
        <p:spPr>
          <a:xfrm xmlns:a="http://schemas.openxmlformats.org/drawingml/2006/main">
            <a:off x="9925050" y="3371850"/>
            <a:ext cx="1504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D6470"/>
                </a:solidFill>
                <a:latin typeface="Malgun Gothic"/>
                <a:ea typeface="Malgun Gothic"/>
                <a:cs typeface="Malgun Gothic"/>
              </a:defRPr>
            </a:pPr>
            <a:r>
              <a:rPr sz="1425" b="0">
                <a:solidFill>
                  <a:srgbClr val="5D6470"/>
                </a:solidFill>
                <a:latin typeface="Malgun Gothic"/>
                <a:ea typeface="Malgun Gothic"/>
                <a:cs typeface="Malgun Gothic"/>
              </a:rPr>
              <a:t>서버 권한·Schema를</a:t>
            </a:r>
          </a:p>
          <a:p xmlns:a="http://schemas.openxmlformats.org/drawingml/2006/main">
            <a:pPr algn="l">
              <a:defRPr sz="1425" b="0">
                <a:solidFill>
                  <a:srgbClr val="5D6470"/>
                </a:solidFill>
                <a:latin typeface="Malgun Gothic"/>
                <a:ea typeface="Malgun Gothic"/>
                <a:cs typeface="Malgun Gothic"/>
              </a:defRPr>
            </a:pPr>
            <a:r>
              <a:rPr sz="1425" b="0">
                <a:solidFill>
                  <a:srgbClr val="5D6470"/>
                </a:solidFill>
                <a:latin typeface="Malgun Gothic"/>
                <a:ea typeface="Malgun Gothic"/>
                <a:cs typeface="Malgun Gothic"/>
              </a:rPr>
              <a:t>통과하는가?</a:t>
            </a:r>
          </a:p>
        </p:txBody>
      </p:sp>
      <p:cxnSp>
        <p:nvCxnSpPr>
          <p:cNvPr id="55" name=""/>
          <p:cNvCxnSpPr>
            <a:stCxn xmlns:a="http://schemas.openxmlformats.org/drawingml/2006/main" id="4" idx="3"/>
            <a:endCxn xmlns:a="http://schemas.openxmlformats.org/drawingml/2006/main" id="8" idx="1"/>
          </p:cNvCxnSpPr>
          <p:nvPr/>
        </p:nvCxnSpPr>
        <p:spPr>
          <a:xfrm xmlns:a="http://schemas.openxmlformats.org/drawingml/2006/main">
            <a:off x="2362200" y="3162300"/>
            <a:ext cx="361950" cy="0"/>
          </a:xfrm>
          <a:prstGeom xmlns:a="http://schemas.openxmlformats.org/drawingml/2006/main" prst="straightConnector1">
            <a:avLst/>
          </a:prstGeom>
          <a:ln xmlns:a="http://schemas.openxmlformats.org/drawingml/2006/main" w="19050">
            <a:solidFill>
              <a:srgbClr val="000000"/>
            </a:solidFill>
            <a:prstDash val="solid"/>
            <a:tailEnd type="arrow" w="med" len="med"/>
          </a:ln>
        </p:spPr>
      </p:cxnSp>
      <p:cxnSp>
        <p:nvCxnSpPr>
          <p:cNvPr id="56" name=""/>
          <p:cNvCxnSpPr>
            <a:stCxn xmlns:a="http://schemas.openxmlformats.org/drawingml/2006/main" id="8" idx="3"/>
            <a:endCxn xmlns:a="http://schemas.openxmlformats.org/drawingml/2006/main" id="12" idx="1"/>
          </p:cNvCxnSpPr>
          <p:nvPr/>
        </p:nvCxnSpPr>
        <p:spPr>
          <a:xfrm xmlns:a="http://schemas.openxmlformats.org/drawingml/2006/main">
            <a:off x="4686300" y="3162300"/>
            <a:ext cx="361950" cy="0"/>
          </a:xfrm>
          <a:prstGeom xmlns:a="http://schemas.openxmlformats.org/drawingml/2006/main" prst="straightConnector1">
            <a:avLst/>
          </a:prstGeom>
          <a:ln xmlns:a="http://schemas.openxmlformats.org/drawingml/2006/main" w="19050">
            <a:solidFill>
              <a:srgbClr val="000000"/>
            </a:solidFill>
            <a:prstDash val="solid"/>
            <a:tailEnd type="arrow" w="med" len="med"/>
          </a:ln>
        </p:spPr>
      </p:cxnSp>
      <p:cxnSp>
        <p:nvCxnSpPr>
          <p:cNvPr id="57" name=""/>
          <p:cNvCxnSpPr>
            <a:stCxn xmlns:a="http://schemas.openxmlformats.org/drawingml/2006/main" id="12" idx="3"/>
            <a:endCxn xmlns:a="http://schemas.openxmlformats.org/drawingml/2006/main" id="16" idx="1"/>
          </p:cNvCxnSpPr>
          <p:nvPr/>
        </p:nvCxnSpPr>
        <p:spPr>
          <a:xfrm xmlns:a="http://schemas.openxmlformats.org/drawingml/2006/main">
            <a:off x="7010400" y="3162300"/>
            <a:ext cx="361950" cy="0"/>
          </a:xfrm>
          <a:prstGeom xmlns:a="http://schemas.openxmlformats.org/drawingml/2006/main" prst="straightConnector1">
            <a:avLst/>
          </a:prstGeom>
          <a:ln xmlns:a="http://schemas.openxmlformats.org/drawingml/2006/main" w="19050">
            <a:solidFill>
              <a:srgbClr val="000000"/>
            </a:solidFill>
            <a:prstDash val="solid"/>
            <a:tailEnd type="arrow" w="med" len="med"/>
          </a:ln>
        </p:spPr>
      </p:cxnSp>
      <p:cxnSp>
        <p:nvCxnSpPr>
          <p:cNvPr id="58" name=""/>
          <p:cNvCxnSpPr>
            <a:stCxn xmlns:a="http://schemas.openxmlformats.org/drawingml/2006/main" id="16" idx="3"/>
            <a:endCxn xmlns:a="http://schemas.openxmlformats.org/drawingml/2006/main" id="20" idx="1"/>
          </p:cNvCxnSpPr>
          <p:nvPr/>
        </p:nvCxnSpPr>
        <p:spPr>
          <a:xfrm xmlns:a="http://schemas.openxmlformats.org/drawingml/2006/main">
            <a:off x="9334500" y="3162300"/>
            <a:ext cx="361950" cy="0"/>
          </a:xfrm>
          <a:prstGeom xmlns:a="http://schemas.openxmlformats.org/drawingml/2006/main" prst="straightConnector1">
            <a:avLst/>
          </a:prstGeom>
          <a:ln xmlns:a="http://schemas.openxmlformats.org/drawingml/2006/main" w="19050">
            <a:solidFill>
              <a:srgbClr val="000000"/>
            </a:solidFill>
            <a:prstDash val="solid"/>
            <a:tailEnd type="arrow" w="med" len="med"/>
          </a:ln>
        </p:spPr>
      </p:cxnSp>
      <p:sp>
        <p:nvSpPr>
          <p:cNvPr id="28" name="">
            <a:extLst xmlns:a="http://schemas.openxmlformats.org/drawingml/2006/main">
              <a:ext uri="{FF2B5EF4-FFF2-40B4-BE49-F238E27FC236}">
                <a16:creationId xmlns:a16="http://schemas.microsoft.com/office/drawing/2014/main" id="{969C4B56-AAE5-434D-BC7C-2E162DA0B99B}"/>
              </a:ext>
            </a:extLst>
          </p:cNvPr>
          <p:cNvSpPr>
            <a:spLocks xmlns:a="http://schemas.openxmlformats.org/drawingml/2006/main" noGrp="1"/>
          </p:cNvSpPr>
          <p:nvPr/>
        </p:nvSpPr>
        <p:spPr>
          <a:xfrm xmlns:a="http://schemas.openxmlformats.org/drawingml/2006/main">
            <a:off x="5105400" y="1628775"/>
            <a:ext cx="1962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Model decision</a:t>
            </a:r>
          </a:p>
        </p:txBody>
      </p:sp>
      <p:sp>
        <p:nvSpPr>
          <p:cNvPr id="29" name="">
            <a:extLst xmlns:a="http://schemas.openxmlformats.org/drawingml/2006/main">
              <a:ext uri="{FF2B5EF4-FFF2-40B4-BE49-F238E27FC236}">
                <a16:creationId xmlns:a16="http://schemas.microsoft.com/office/drawing/2014/main" id="{3336ABA1-CA65-4E78-9385-A2A6B43607D6}"/>
              </a:ext>
            </a:extLst>
          </p:cNvPr>
          <p:cNvSpPr>
            <a:spLocks xmlns:a="http://schemas.openxmlformats.org/drawingml/2006/main" noGrp="1"/>
          </p:cNvSpPr>
          <p:nvPr/>
        </p:nvSpPr>
        <p:spPr>
          <a:xfrm xmlns:a="http://schemas.openxmlformats.org/drawingml/2006/main">
            <a:off x="9696450" y="1628775"/>
            <a:ext cx="1962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D64545"/>
                </a:solidFill>
                <a:latin typeface="Malgun Gothic"/>
                <a:ea typeface="Malgun Gothic"/>
                <a:cs typeface="Malgun Gothic"/>
              </a:defRPr>
            </a:pPr>
            <a:r>
              <a:rPr sz="1125" b="1">
                <a:solidFill>
                  <a:srgbClr val="D64545"/>
                </a:solidFill>
                <a:latin typeface="Malgun Gothic"/>
                <a:ea typeface="Malgun Gothic"/>
                <a:cs typeface="Malgun Gothic"/>
              </a:rPr>
              <a:t>Server enforcement</a:t>
            </a:r>
          </a:p>
        </p:txBody>
      </p:sp>
      <p:sp>
        <p:nvSpPr>
          <p:cNvPr id="30" name="">
            <a:extLst xmlns:a="http://schemas.openxmlformats.org/drawingml/2006/main">
              <a:ext uri="{FF2B5EF4-FFF2-40B4-BE49-F238E27FC236}">
                <a16:creationId xmlns:a16="http://schemas.microsoft.com/office/drawing/2014/main" id="{3DD61847-9D4D-4B5E-8489-DBD7561F0E48}"/>
              </a:ext>
            </a:extLst>
          </p:cNvPr>
          <p:cNvSpPr>
            <a:spLocks xmlns:a="http://schemas.openxmlformats.org/drawingml/2006/main" noGrp="1"/>
          </p:cNvSpPr>
          <p:nvPr/>
        </p:nvSpPr>
        <p:spPr>
          <a:xfrm xmlns:a="http://schemas.openxmlformats.org/drawingml/2006/main">
            <a:off x="400050" y="5095875"/>
            <a:ext cx="11391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000000"/>
                </a:solidFill>
                <a:latin typeface="Malgun Gothic"/>
                <a:ea typeface="Malgun Gothic"/>
                <a:cs typeface="Malgun Gothic"/>
              </a:defRPr>
            </a:pPr>
            <a:r>
              <a:rPr sz="2250" b="1">
                <a:solidFill>
                  <a:srgbClr val="000000"/>
                </a:solidFill>
                <a:latin typeface="Malgun Gothic"/>
                <a:ea typeface="Malgun Gothic"/>
                <a:cs typeface="Malgun Gothic"/>
              </a:rPr>
              <a:t>선택 정확도와 실행 안전성은 서로 다른 문제다.</a:t>
            </a:r>
          </a:p>
        </p:txBody>
      </p:sp>
      <p:sp>
        <p:nvSpPr>
          <p:cNvPr id="31" name="">
            <a:extLst xmlns:a="http://schemas.openxmlformats.org/drawingml/2006/main">
              <a:ext uri="{FF2B5EF4-FFF2-40B4-BE49-F238E27FC236}">
                <a16:creationId xmlns:a16="http://schemas.microsoft.com/office/drawing/2014/main" id="{1AC0062B-B669-4612-8103-C9B8663CBD44}"/>
              </a:ext>
            </a:extLst>
          </p:cNvPr>
          <p:cNvSpPr>
            <a:spLocks xmlns:a="http://schemas.openxmlformats.org/drawingml/2006/main" noGrp="1"/>
          </p:cNvSpPr>
          <p:nvPr/>
        </p:nvSpPr>
        <p:spPr>
          <a:xfrm xmlns:a="http://schemas.openxmlformats.org/drawingml/2006/main">
            <a:off x="400050" y="5648325"/>
            <a:ext cx="11391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0">
                <a:solidFill>
                  <a:srgbClr val="5D6470"/>
                </a:solidFill>
                <a:latin typeface="Malgun Gothic"/>
                <a:ea typeface="Malgun Gothic"/>
                <a:cs typeface="Malgun Gothic"/>
              </a:defRPr>
            </a:pPr>
            <a:r>
              <a:rPr sz="1725" b="0">
                <a:solidFill>
                  <a:srgbClr val="5D6470"/>
                </a:solidFill>
                <a:latin typeface="Malgun Gothic"/>
                <a:ea typeface="Malgun Gothic"/>
                <a:cs typeface="Malgun Gothic"/>
              </a:rPr>
              <a:t>잘 고르는 모델 + 잘 거부하는 서버가 함께 필요하다.</a:t>
            </a:r>
          </a:p>
        </p:txBody>
      </p:sp>
    </p:spTree>
    <p:extLst>
      <p:ext uri="{BB962C8B-B14F-4D97-AF65-F5344CB8AC3E}">
        <p14:creationId xmlns:p14="http://schemas.microsoft.com/office/powerpoint/2010/main" val="89700718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A681AB4-6988-4EF8-B852-65623BFDFE9A}"/>
              </a:ext>
            </a:extLst>
          </p:cNvPr>
          <p:cNvSpPr>
            <a:spLocks xmlns:a="http://schemas.openxmlformats.org/drawingml/2006/main" noGrp="1"/>
          </p:cNvSpPr>
          <p:nvPr/>
        </p:nvSpPr>
        <p:spPr>
          <a:xfrm xmlns:a="http://schemas.openxmlformats.org/drawingml/2006/main">
            <a:off x="400050" y="2095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Malgun Gothic"/>
                <a:ea typeface="Malgun Gothic"/>
                <a:cs typeface="Malgun Gothic"/>
              </a:defRPr>
            </a:pPr>
            <a:r>
              <a:rPr sz="1050" b="1">
                <a:solidFill>
                  <a:srgbClr val="3D8DFF"/>
                </a:solidFill>
                <a:latin typeface="Malgun Gothic"/>
                <a:ea typeface="Malgun Gothic"/>
                <a:cs typeface="Malgun Gothic"/>
              </a:rPr>
              <a:t>TOOL RETRIEVAL</a:t>
            </a:r>
          </a:p>
        </p:txBody>
      </p:sp>
      <p:sp>
        <p:nvSpPr>
          <p:cNvPr id="2" name="">
            <a:extLst xmlns:a="http://schemas.openxmlformats.org/drawingml/2006/main">
              <a:ext uri="{FF2B5EF4-FFF2-40B4-BE49-F238E27FC236}">
                <a16:creationId xmlns:a16="http://schemas.microsoft.com/office/drawing/2014/main" id="{2690DD04-8A73-4A60-86F3-BBE7CCF740CD}"/>
              </a:ext>
            </a:extLst>
          </p:cNvPr>
          <p:cNvSpPr>
            <a:spLocks xmlns:a="http://schemas.openxmlformats.org/drawingml/2006/main" noGrp="1"/>
          </p:cNvSpPr>
          <p:nvPr/>
        </p:nvSpPr>
        <p:spPr>
          <a:xfrm xmlns:a="http://schemas.openxmlformats.org/drawingml/2006/main">
            <a:off x="390525" y="457200"/>
            <a:ext cx="11410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000000"/>
                </a:solidFill>
                <a:latin typeface="Malgun Gothic"/>
                <a:ea typeface="Malgun Gothic"/>
                <a:cs typeface="Malgun Gothic"/>
              </a:defRPr>
            </a:pPr>
            <a:r>
              <a:rPr sz="3450" b="1">
                <a:solidFill>
                  <a:srgbClr val="000000"/>
                </a:solidFill>
                <a:latin typeface="Malgun Gothic"/>
                <a:ea typeface="Malgun Gothic"/>
                <a:cs typeface="Malgun Gothic"/>
              </a:rPr>
              <a:t>임베딩은 Tool의 ‘정답’이 아니라 ‘후보’를 찾는 데 쓴다</a:t>
            </a:r>
          </a:p>
        </p:txBody>
      </p:sp>
      <p:sp>
        <p:nvSpPr>
          <p:cNvPr id="3" name="">
            <a:extLst xmlns:a="http://schemas.openxmlformats.org/drawingml/2006/main">
              <a:ext uri="{FF2B5EF4-FFF2-40B4-BE49-F238E27FC236}">
                <a16:creationId xmlns:a16="http://schemas.microsoft.com/office/drawing/2014/main" id="{5D6189B5-B18F-411C-826D-359270F2F06F}"/>
              </a:ext>
            </a:extLst>
          </p:cNvPr>
          <p:cNvSpPr>
            <a:spLocks xmlns:a="http://schemas.openxmlformats.org/drawingml/2006/main" noGrp="1"/>
          </p:cNvSpPr>
          <p:nvPr/>
        </p:nvSpPr>
        <p:spPr>
          <a:xfrm xmlns:a="http://schemas.openxmlformats.org/drawingml/2006/main">
            <a:off x="11277600" y="63341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D6470"/>
                </a:solidFill>
                <a:latin typeface="Malgun Gothic"/>
                <a:ea typeface="Malgun Gothic"/>
                <a:cs typeface="Malgun Gothic"/>
              </a:defRPr>
            </a:pPr>
            <a:r>
              <a:rPr sz="1050" b="0">
                <a:solidFill>
                  <a:srgbClr val="5D6470"/>
                </a:solidFill>
                <a:latin typeface="Malgun Gothic"/>
                <a:ea typeface="Malgun Gothic"/>
                <a:cs typeface="Malgun Gothic"/>
              </a:rPr>
              <a:t>09</a:t>
            </a:r>
          </a:p>
        </p:txBody>
      </p:sp>
      <p:sp>
        <p:nvSpPr>
          <p:cNvPr id="4" name="">
            <a:extLst xmlns:a="http://schemas.openxmlformats.org/drawingml/2006/main">
              <a:ext uri="{FF2B5EF4-FFF2-40B4-BE49-F238E27FC236}">
                <a16:creationId xmlns:a16="http://schemas.microsoft.com/office/drawing/2014/main" id="{10A24128-5BC1-41CB-B3DB-2DA16A0F0BB8}"/>
              </a:ext>
            </a:extLst>
          </p:cNvPr>
          <p:cNvSpPr>
            <a:spLocks xmlns:a="http://schemas.openxmlformats.org/drawingml/2006/main" noGrp="1"/>
          </p:cNvSpPr>
          <p:nvPr/>
        </p:nvSpPr>
        <p:spPr>
          <a:xfrm xmlns:a="http://schemas.openxmlformats.org/drawingml/2006/main">
            <a:off x="400050" y="1552575"/>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Malgun Gothic"/>
                <a:ea typeface="Malgun Gothic"/>
                <a:cs typeface="Malgun Gothic"/>
              </a:defRPr>
            </a:pPr>
            <a:r>
              <a:rPr sz="1200" b="1">
                <a:solidFill>
                  <a:srgbClr val="3D8DFF"/>
                </a:solidFill>
                <a:latin typeface="Malgun Gothic"/>
                <a:ea typeface="Malgun Gothic"/>
                <a:cs typeface="Malgun Gothic"/>
              </a:rPr>
              <a:t>OFFLINE</a:t>
            </a:r>
          </a:p>
        </p:txBody>
      </p:sp>
      <p:sp>
        <p:nvSpPr>
          <p:cNvPr id="5" name="">
            <a:extLst xmlns:a="http://schemas.openxmlformats.org/drawingml/2006/main">
              <a:ext uri="{FF2B5EF4-FFF2-40B4-BE49-F238E27FC236}">
                <a16:creationId xmlns:a16="http://schemas.microsoft.com/office/drawing/2014/main" id="{EB50F7CF-B717-4E28-8D7C-343428F8E23A}"/>
              </a:ext>
            </a:extLst>
          </p:cNvPr>
          <p:cNvSpPr>
            <a:spLocks xmlns:a="http://schemas.openxmlformats.org/drawingml/2006/main" noGrp="1"/>
          </p:cNvSpPr>
          <p:nvPr/>
        </p:nvSpPr>
        <p:spPr>
          <a:xfrm xmlns:a="http://schemas.openxmlformats.org/drawingml/2006/main">
            <a:off x="1714500" y="1352550"/>
            <a:ext cx="2571750" cy="1000125"/>
          </a:xfrm>
          <a:prstGeom xmlns:a="http://schemas.openxmlformats.org/drawingml/2006/main" prst="roundRect">
            <a:avLst>
              <a:gd name="adj" fmla="val 11429"/>
            </a:avLst>
          </a:prstGeom>
          <a:solidFill xmlns:a="http://schemas.openxmlformats.org/drawingml/2006/main">
            <a:srgbClr val="F2F2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C64B75A-AE40-46FF-A12B-518C3D039ABA}"/>
              </a:ext>
            </a:extLst>
          </p:cNvPr>
          <p:cNvSpPr>
            <a:spLocks xmlns:a="http://schemas.openxmlformats.org/drawingml/2006/main" noGrp="1"/>
          </p:cNvSpPr>
          <p:nvPr/>
        </p:nvSpPr>
        <p:spPr>
          <a:xfrm xmlns:a="http://schemas.openxmlformats.org/drawingml/2006/main">
            <a:off x="1933575" y="1666875"/>
            <a:ext cx="2133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000000"/>
                </a:solidFill>
                <a:latin typeface="Malgun Gothic"/>
                <a:ea typeface="Malgun Gothic"/>
                <a:cs typeface="Malgun Gothic"/>
              </a:defRPr>
            </a:pPr>
            <a:r>
              <a:rPr sz="1575" b="1">
                <a:solidFill>
                  <a:srgbClr val="000000"/>
                </a:solidFill>
                <a:latin typeface="Malgun Gothic"/>
                <a:ea typeface="Malgun Gothic"/>
                <a:cs typeface="Malgun Gothic"/>
              </a:rPr>
              <a:t>Name · Description · Schema</a:t>
            </a:r>
          </a:p>
        </p:txBody>
      </p:sp>
      <p:sp>
        <p:nvSpPr>
          <p:cNvPr id="7" name="">
            <a:extLst xmlns:a="http://schemas.openxmlformats.org/drawingml/2006/main">
              <a:ext uri="{FF2B5EF4-FFF2-40B4-BE49-F238E27FC236}">
                <a16:creationId xmlns:a16="http://schemas.microsoft.com/office/drawing/2014/main" id="{75515D82-735B-460B-81B2-60CD7BDA4DD7}"/>
              </a:ext>
            </a:extLst>
          </p:cNvPr>
          <p:cNvSpPr>
            <a:spLocks xmlns:a="http://schemas.openxmlformats.org/drawingml/2006/main" noGrp="1"/>
          </p:cNvSpPr>
          <p:nvPr/>
        </p:nvSpPr>
        <p:spPr>
          <a:xfrm xmlns:a="http://schemas.openxmlformats.org/drawingml/2006/main">
            <a:off x="5057775" y="1352550"/>
            <a:ext cx="2095500" cy="1000125"/>
          </a:xfrm>
          <a:prstGeom xmlns:a="http://schemas.openxmlformats.org/drawingml/2006/main" prst="roundRect">
            <a:avLst>
              <a:gd name="adj" fmla="val 11429"/>
            </a:avLst>
          </a:prstGeom>
          <a:solidFill xmlns:a="http://schemas.openxmlformats.org/drawingml/2006/main">
            <a:srgbClr val="EAF4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3305D66-D9E6-4F49-A7E1-F8099B126D3F}"/>
              </a:ext>
            </a:extLst>
          </p:cNvPr>
          <p:cNvSpPr>
            <a:spLocks xmlns:a="http://schemas.openxmlformats.org/drawingml/2006/main" noGrp="1"/>
          </p:cNvSpPr>
          <p:nvPr/>
        </p:nvSpPr>
        <p:spPr>
          <a:xfrm xmlns:a="http://schemas.openxmlformats.org/drawingml/2006/main">
            <a:off x="5295900" y="1666875"/>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000000"/>
                </a:solidFill>
                <a:latin typeface="Malgun Gothic"/>
                <a:ea typeface="Malgun Gothic"/>
                <a:cs typeface="Malgun Gothic"/>
              </a:defRPr>
            </a:pPr>
            <a:r>
              <a:rPr sz="1725" b="1">
                <a:solidFill>
                  <a:srgbClr val="000000"/>
                </a:solidFill>
                <a:latin typeface="Malgun Gothic"/>
                <a:ea typeface="Malgun Gothic"/>
                <a:cs typeface="Malgun Gothic"/>
              </a:rPr>
              <a:t>Embedding</a:t>
            </a:r>
          </a:p>
        </p:txBody>
      </p:sp>
      <p:sp>
        <p:nvSpPr>
          <p:cNvPr id="9" name="">
            <a:extLst xmlns:a="http://schemas.openxmlformats.org/drawingml/2006/main">
              <a:ext uri="{FF2B5EF4-FFF2-40B4-BE49-F238E27FC236}">
                <a16:creationId xmlns:a16="http://schemas.microsoft.com/office/drawing/2014/main" id="{F9BA2BED-8443-4568-BC17-AA240B4F2070}"/>
              </a:ext>
            </a:extLst>
          </p:cNvPr>
          <p:cNvSpPr>
            <a:spLocks xmlns:a="http://schemas.openxmlformats.org/drawingml/2006/main" noGrp="1"/>
          </p:cNvSpPr>
          <p:nvPr/>
        </p:nvSpPr>
        <p:spPr>
          <a:xfrm xmlns:a="http://schemas.openxmlformats.org/drawingml/2006/main">
            <a:off x="7924800" y="1352550"/>
            <a:ext cx="3048000" cy="1000125"/>
          </a:xfrm>
          <a:prstGeom xmlns:a="http://schemas.openxmlformats.org/drawingml/2006/main" prst="roundRect">
            <a:avLst>
              <a:gd name="adj" fmla="val 11429"/>
            </a:avLst>
          </a:prstGeom>
          <a:solidFill xmlns:a="http://schemas.openxmlformats.org/drawingml/2006/main">
            <a:srgbClr val="F2F2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BD0123B-FC3E-49BE-8558-932C684ECD38}"/>
              </a:ext>
            </a:extLst>
          </p:cNvPr>
          <p:cNvSpPr>
            <a:spLocks xmlns:a="http://schemas.openxmlformats.org/drawingml/2006/main" noGrp="1"/>
          </p:cNvSpPr>
          <p:nvPr/>
        </p:nvSpPr>
        <p:spPr>
          <a:xfrm xmlns:a="http://schemas.openxmlformats.org/drawingml/2006/main">
            <a:off x="8153400" y="1666875"/>
            <a:ext cx="2590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000000"/>
                </a:solidFill>
                <a:latin typeface="Malgun Gothic"/>
                <a:ea typeface="Malgun Gothic"/>
                <a:cs typeface="Malgun Gothic"/>
              </a:defRPr>
            </a:pPr>
            <a:r>
              <a:rPr sz="1725" b="1">
                <a:solidFill>
                  <a:srgbClr val="000000"/>
                </a:solidFill>
                <a:latin typeface="Malgun Gothic"/>
                <a:ea typeface="Malgun Gothic"/>
                <a:cs typeface="Malgun Gothic"/>
              </a:rPr>
              <a:t>Tool Vector Index</a:t>
            </a:r>
          </a:p>
        </p:txBody>
      </p:sp>
      <p:cxnSp>
        <p:nvCxnSpPr>
          <p:cNvPr id="37" name=""/>
          <p:cNvCxnSpPr>
            <a:stCxn xmlns:a="http://schemas.openxmlformats.org/drawingml/2006/main" id="5" idx="3"/>
            <a:endCxn xmlns:a="http://schemas.openxmlformats.org/drawingml/2006/main" id="7" idx="1"/>
          </p:cNvCxnSpPr>
          <p:nvPr/>
        </p:nvCxnSpPr>
        <p:spPr>
          <a:xfrm xmlns:a="http://schemas.openxmlformats.org/drawingml/2006/main">
            <a:off x="4286250" y="1852613"/>
            <a:ext cx="771525" cy="0"/>
          </a:xfrm>
          <a:prstGeom xmlns:a="http://schemas.openxmlformats.org/drawingml/2006/main" prst="straightConnector1">
            <a:avLst/>
          </a:prstGeom>
          <a:ln xmlns:a="http://schemas.openxmlformats.org/drawingml/2006/main" w="19050">
            <a:solidFill>
              <a:srgbClr val="000000"/>
            </a:solidFill>
            <a:prstDash val="solid"/>
            <a:tailEnd type="arrow" w="med" len="med"/>
          </a:ln>
        </p:spPr>
      </p:cxnSp>
      <p:cxnSp>
        <p:nvCxnSpPr>
          <p:cNvPr id="38" name=""/>
          <p:cNvCxnSpPr>
            <a:stCxn xmlns:a="http://schemas.openxmlformats.org/drawingml/2006/main" id="7" idx="3"/>
            <a:endCxn xmlns:a="http://schemas.openxmlformats.org/drawingml/2006/main" id="9" idx="1"/>
          </p:cNvCxnSpPr>
          <p:nvPr/>
        </p:nvCxnSpPr>
        <p:spPr>
          <a:xfrm xmlns:a="http://schemas.openxmlformats.org/drawingml/2006/main">
            <a:off x="7153275" y="1852613"/>
            <a:ext cx="771525" cy="0"/>
          </a:xfrm>
          <a:prstGeom xmlns:a="http://schemas.openxmlformats.org/drawingml/2006/main" prst="straightConnector1">
            <a:avLst/>
          </a:prstGeom>
          <a:ln xmlns:a="http://schemas.openxmlformats.org/drawingml/2006/main" w="19050">
            <a:solidFill>
              <a:srgbClr val="000000"/>
            </a:solidFill>
            <a:prstDash val="solid"/>
            <a:tailEnd type="arrow" w="med" len="med"/>
          </a:ln>
        </p:spPr>
      </p:cxnSp>
      <p:sp>
        <p:nvSpPr>
          <p:cNvPr id="13" name="">
            <a:extLst xmlns:a="http://schemas.openxmlformats.org/drawingml/2006/main">
              <a:ext uri="{FF2B5EF4-FFF2-40B4-BE49-F238E27FC236}">
                <a16:creationId xmlns:a16="http://schemas.microsoft.com/office/drawing/2014/main" id="{148536E7-F140-4881-BA77-40AEC9BC5A7D}"/>
              </a:ext>
            </a:extLst>
          </p:cNvPr>
          <p:cNvSpPr>
            <a:spLocks xmlns:a="http://schemas.openxmlformats.org/drawingml/2006/main" noGrp="1"/>
          </p:cNvSpPr>
          <p:nvPr/>
        </p:nvSpPr>
        <p:spPr>
          <a:xfrm xmlns:a="http://schemas.openxmlformats.org/drawingml/2006/main">
            <a:off x="400050" y="3267075"/>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Malgun Gothic"/>
                <a:ea typeface="Malgun Gothic"/>
                <a:cs typeface="Malgun Gothic"/>
              </a:defRPr>
            </a:pPr>
            <a:r>
              <a:rPr sz="1200" b="1">
                <a:solidFill>
                  <a:srgbClr val="3D8DFF"/>
                </a:solidFill>
                <a:latin typeface="Malgun Gothic"/>
                <a:ea typeface="Malgun Gothic"/>
                <a:cs typeface="Malgun Gothic"/>
              </a:rPr>
              <a:t>RUNTIME</a:t>
            </a:r>
          </a:p>
        </p:txBody>
      </p:sp>
      <p:sp>
        <p:nvSpPr>
          <p:cNvPr id="14" name="">
            <a:extLst xmlns:a="http://schemas.openxmlformats.org/drawingml/2006/main">
              <a:ext uri="{FF2B5EF4-FFF2-40B4-BE49-F238E27FC236}">
                <a16:creationId xmlns:a16="http://schemas.microsoft.com/office/drawing/2014/main" id="{FE6C64F3-A79F-4752-B8EE-A326236364FC}"/>
              </a:ext>
            </a:extLst>
          </p:cNvPr>
          <p:cNvSpPr>
            <a:spLocks xmlns:a="http://schemas.openxmlformats.org/drawingml/2006/main" noGrp="1"/>
          </p:cNvSpPr>
          <p:nvPr/>
        </p:nvSpPr>
        <p:spPr>
          <a:xfrm xmlns:a="http://schemas.openxmlformats.org/drawingml/2006/main">
            <a:off x="1714500" y="3067050"/>
            <a:ext cx="2095500" cy="1000125"/>
          </a:xfrm>
          <a:prstGeom xmlns:a="http://schemas.openxmlformats.org/drawingml/2006/main" prst="roundRect">
            <a:avLst>
              <a:gd name="adj" fmla="val 11429"/>
            </a:avLst>
          </a:prstGeom>
          <a:solidFill xmlns:a="http://schemas.openxmlformats.org/drawingml/2006/main">
            <a:srgbClr val="F2F2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DDE093B-2B9D-47CB-B641-B505B7C57EDC}"/>
              </a:ext>
            </a:extLst>
          </p:cNvPr>
          <p:cNvSpPr>
            <a:spLocks xmlns:a="http://schemas.openxmlformats.org/drawingml/2006/main" noGrp="1"/>
          </p:cNvSpPr>
          <p:nvPr/>
        </p:nvSpPr>
        <p:spPr>
          <a:xfrm xmlns:a="http://schemas.openxmlformats.org/drawingml/2006/main">
            <a:off x="1924050" y="3381375"/>
            <a:ext cx="1676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000000"/>
                </a:solidFill>
                <a:latin typeface="Malgun Gothic"/>
                <a:ea typeface="Malgun Gothic"/>
                <a:cs typeface="Malgun Gothic"/>
              </a:defRPr>
            </a:pPr>
            <a:r>
              <a:rPr sz="1650" b="1">
                <a:solidFill>
                  <a:srgbClr val="000000"/>
                </a:solidFill>
                <a:latin typeface="Malgun Gothic"/>
                <a:ea typeface="Malgun Gothic"/>
                <a:cs typeface="Malgun Gothic"/>
              </a:rPr>
              <a:t>사용자 목표 + 상태</a:t>
            </a:r>
          </a:p>
        </p:txBody>
      </p:sp>
      <p:sp>
        <p:nvSpPr>
          <p:cNvPr id="16" name="">
            <a:extLst xmlns:a="http://schemas.openxmlformats.org/drawingml/2006/main">
              <a:ext uri="{FF2B5EF4-FFF2-40B4-BE49-F238E27FC236}">
                <a16:creationId xmlns:a16="http://schemas.microsoft.com/office/drawing/2014/main" id="{3B2E3060-65AF-4C6A-98F2-D4DA1797A572}"/>
              </a:ext>
            </a:extLst>
          </p:cNvPr>
          <p:cNvSpPr>
            <a:spLocks xmlns:a="http://schemas.openxmlformats.org/drawingml/2006/main" noGrp="1"/>
          </p:cNvSpPr>
          <p:nvPr/>
        </p:nvSpPr>
        <p:spPr>
          <a:xfrm xmlns:a="http://schemas.openxmlformats.org/drawingml/2006/main">
            <a:off x="4486275" y="3067050"/>
            <a:ext cx="1809750" cy="1000125"/>
          </a:xfrm>
          <a:prstGeom xmlns:a="http://schemas.openxmlformats.org/drawingml/2006/main" prst="roundRect">
            <a:avLst>
              <a:gd name="adj" fmla="val 11429"/>
            </a:avLst>
          </a:prstGeom>
          <a:solidFill xmlns:a="http://schemas.openxmlformats.org/drawingml/2006/main">
            <a:srgbClr val="EAF4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6704A96-4892-4D30-B74A-F54CB651300C}"/>
              </a:ext>
            </a:extLst>
          </p:cNvPr>
          <p:cNvSpPr>
            <a:spLocks xmlns:a="http://schemas.openxmlformats.org/drawingml/2006/main" noGrp="1"/>
          </p:cNvSpPr>
          <p:nvPr/>
        </p:nvSpPr>
        <p:spPr>
          <a:xfrm xmlns:a="http://schemas.openxmlformats.org/drawingml/2006/main">
            <a:off x="4686300" y="3381375"/>
            <a:ext cx="1409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000000"/>
                </a:solidFill>
                <a:latin typeface="Malgun Gothic"/>
                <a:ea typeface="Malgun Gothic"/>
                <a:cs typeface="Malgun Gothic"/>
              </a:defRPr>
            </a:pPr>
            <a:r>
              <a:rPr sz="1725" b="1">
                <a:solidFill>
                  <a:srgbClr val="000000"/>
                </a:solidFill>
                <a:latin typeface="Malgun Gothic"/>
                <a:ea typeface="Malgun Gothic"/>
                <a:cs typeface="Malgun Gothic"/>
              </a:rPr>
              <a:t>Top-K 후보</a:t>
            </a:r>
          </a:p>
        </p:txBody>
      </p:sp>
      <p:sp>
        <p:nvSpPr>
          <p:cNvPr id="18" name="">
            <a:extLst xmlns:a="http://schemas.openxmlformats.org/drawingml/2006/main">
              <a:ext uri="{FF2B5EF4-FFF2-40B4-BE49-F238E27FC236}">
                <a16:creationId xmlns:a16="http://schemas.microsoft.com/office/drawing/2014/main" id="{913F2DC0-F5B2-40B1-B0BB-B68DE4BE027A}"/>
              </a:ext>
            </a:extLst>
          </p:cNvPr>
          <p:cNvSpPr>
            <a:spLocks xmlns:a="http://schemas.openxmlformats.org/drawingml/2006/main" noGrp="1"/>
          </p:cNvSpPr>
          <p:nvPr/>
        </p:nvSpPr>
        <p:spPr>
          <a:xfrm xmlns:a="http://schemas.openxmlformats.org/drawingml/2006/main">
            <a:off x="6972300" y="3067050"/>
            <a:ext cx="2000250" cy="1000125"/>
          </a:xfrm>
          <a:prstGeom xmlns:a="http://schemas.openxmlformats.org/drawingml/2006/main" prst="roundRect">
            <a:avLst>
              <a:gd name="adj" fmla="val 11429"/>
            </a:avLst>
          </a:prstGeom>
          <a:solidFill xmlns:a="http://schemas.openxmlformats.org/drawingml/2006/main">
            <a:srgbClr val="F2F2F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8178D68-A1E0-41DD-946A-54D228FC46E4}"/>
              </a:ext>
            </a:extLst>
          </p:cNvPr>
          <p:cNvSpPr>
            <a:spLocks xmlns:a="http://schemas.openxmlformats.org/drawingml/2006/main" noGrp="1"/>
          </p:cNvSpPr>
          <p:nvPr/>
        </p:nvSpPr>
        <p:spPr>
          <a:xfrm xmlns:a="http://schemas.openxmlformats.org/drawingml/2006/main">
            <a:off x="7124700" y="3381375"/>
            <a:ext cx="169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000000"/>
                </a:solidFill>
                <a:latin typeface="Malgun Gothic"/>
                <a:ea typeface="Malgun Gothic"/>
                <a:cs typeface="Malgun Gothic"/>
              </a:defRPr>
            </a:pPr>
            <a:r>
              <a:rPr sz="1425" b="1">
                <a:solidFill>
                  <a:srgbClr val="000000"/>
                </a:solidFill>
                <a:latin typeface="Malgun Gothic"/>
                <a:ea typeface="Malgun Gothic"/>
                <a:cs typeface="Malgun Gothic"/>
              </a:rPr>
              <a:t>규칙·재랭커·LLM</a:t>
            </a:r>
          </a:p>
        </p:txBody>
      </p:sp>
      <p:sp>
        <p:nvSpPr>
          <p:cNvPr id="20" name="">
            <a:extLst xmlns:a="http://schemas.openxmlformats.org/drawingml/2006/main">
              <a:ext uri="{FF2B5EF4-FFF2-40B4-BE49-F238E27FC236}">
                <a16:creationId xmlns:a16="http://schemas.microsoft.com/office/drawing/2014/main" id="{D7CE849D-2912-4850-9E87-8BF2DFF1907E}"/>
              </a:ext>
            </a:extLst>
          </p:cNvPr>
          <p:cNvSpPr>
            <a:spLocks xmlns:a="http://schemas.openxmlformats.org/drawingml/2006/main" noGrp="1"/>
          </p:cNvSpPr>
          <p:nvPr/>
        </p:nvSpPr>
        <p:spPr>
          <a:xfrm xmlns:a="http://schemas.openxmlformats.org/drawingml/2006/main">
            <a:off x="9648825" y="3067050"/>
            <a:ext cx="1724025" cy="1000125"/>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26EA272-A5FA-445B-882A-C12BCA7BE8BB}"/>
              </a:ext>
            </a:extLst>
          </p:cNvPr>
          <p:cNvSpPr>
            <a:spLocks xmlns:a="http://schemas.openxmlformats.org/drawingml/2006/main" noGrp="1"/>
          </p:cNvSpPr>
          <p:nvPr/>
        </p:nvSpPr>
        <p:spPr>
          <a:xfrm xmlns:a="http://schemas.openxmlformats.org/drawingml/2006/main">
            <a:off x="9858375" y="3381375"/>
            <a:ext cx="13049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최종 선택</a:t>
            </a:r>
          </a:p>
        </p:txBody>
      </p:sp>
      <p:cxnSp>
        <p:nvCxnSpPr>
          <p:cNvPr id="48" name=""/>
          <p:cNvCxnSpPr>
            <a:stCxn xmlns:a="http://schemas.openxmlformats.org/drawingml/2006/main" id="14" idx="3"/>
            <a:endCxn xmlns:a="http://schemas.openxmlformats.org/drawingml/2006/main" id="16" idx="1"/>
          </p:cNvCxnSpPr>
          <p:nvPr/>
        </p:nvCxnSpPr>
        <p:spPr>
          <a:xfrm xmlns:a="http://schemas.openxmlformats.org/drawingml/2006/main">
            <a:off x="3810000" y="3567113"/>
            <a:ext cx="676275" cy="0"/>
          </a:xfrm>
          <a:prstGeom xmlns:a="http://schemas.openxmlformats.org/drawingml/2006/main" prst="straightConnector1">
            <a:avLst/>
          </a:prstGeom>
          <a:ln xmlns:a="http://schemas.openxmlformats.org/drawingml/2006/main" w="19050">
            <a:solidFill>
              <a:srgbClr val="000000"/>
            </a:solidFill>
            <a:prstDash val="solid"/>
            <a:tailEnd type="arrow" w="med" len="med"/>
          </a:ln>
        </p:spPr>
      </p:cxnSp>
      <p:cxnSp>
        <p:nvCxnSpPr>
          <p:cNvPr id="49" name=""/>
          <p:cNvCxnSpPr>
            <a:stCxn xmlns:a="http://schemas.openxmlformats.org/drawingml/2006/main" id="16" idx="3"/>
            <a:endCxn xmlns:a="http://schemas.openxmlformats.org/drawingml/2006/main" id="18" idx="1"/>
          </p:cNvCxnSpPr>
          <p:nvPr/>
        </p:nvCxnSpPr>
        <p:spPr>
          <a:xfrm xmlns:a="http://schemas.openxmlformats.org/drawingml/2006/main">
            <a:off x="6296025" y="3567113"/>
            <a:ext cx="676275" cy="0"/>
          </a:xfrm>
          <a:prstGeom xmlns:a="http://schemas.openxmlformats.org/drawingml/2006/main" prst="straightConnector1">
            <a:avLst/>
          </a:prstGeom>
          <a:ln xmlns:a="http://schemas.openxmlformats.org/drawingml/2006/main" w="19050">
            <a:solidFill>
              <a:srgbClr val="000000"/>
            </a:solidFill>
            <a:prstDash val="solid"/>
            <a:tailEnd type="arrow" w="med" len="med"/>
          </a:ln>
        </p:spPr>
      </p:cxnSp>
      <p:cxnSp>
        <p:nvCxnSpPr>
          <p:cNvPr id="50" name=""/>
          <p:cNvCxnSpPr>
            <a:stCxn xmlns:a="http://schemas.openxmlformats.org/drawingml/2006/main" id="18" idx="3"/>
            <a:endCxn xmlns:a="http://schemas.openxmlformats.org/drawingml/2006/main" id="20" idx="1"/>
          </p:cNvCxnSpPr>
          <p:nvPr/>
        </p:nvCxnSpPr>
        <p:spPr>
          <a:xfrm xmlns:a="http://schemas.openxmlformats.org/drawingml/2006/main">
            <a:off x="8972550" y="3567113"/>
            <a:ext cx="676275" cy="0"/>
          </a:xfrm>
          <a:prstGeom xmlns:a="http://schemas.openxmlformats.org/drawingml/2006/main" prst="straightConnector1">
            <a:avLst/>
          </a:prstGeom>
          <a:ln xmlns:a="http://schemas.openxmlformats.org/drawingml/2006/main" w="19050">
            <a:solidFill>
              <a:srgbClr val="000000"/>
            </a:solidFill>
            <a:prstDash val="solid"/>
            <a:tailEnd type="arrow" w="med" len="med"/>
          </a:ln>
        </p:spPr>
      </p:cxnSp>
      <p:sp>
        <p:nvSpPr>
          <p:cNvPr id="25" name="">
            <a:extLst xmlns:a="http://schemas.openxmlformats.org/drawingml/2006/main">
              <a:ext uri="{FF2B5EF4-FFF2-40B4-BE49-F238E27FC236}">
                <a16:creationId xmlns:a16="http://schemas.microsoft.com/office/drawing/2014/main" id="{EE3E756A-8ECB-48E6-9E70-E1D6C9674687}"/>
              </a:ext>
            </a:extLst>
          </p:cNvPr>
          <p:cNvSpPr>
            <a:spLocks xmlns:a="http://schemas.openxmlformats.org/drawingml/2006/main" noGrp="1"/>
          </p:cNvSpPr>
          <p:nvPr/>
        </p:nvSpPr>
        <p:spPr>
          <a:xfrm xmlns:a="http://schemas.openxmlformats.org/drawingml/2006/main">
            <a:off x="400050" y="4714875"/>
            <a:ext cx="2905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latin typeface="Malgun Gothic"/>
                <a:ea typeface="Malgun Gothic"/>
                <a:cs typeface="Malgun Gothic"/>
              </a:defRPr>
            </a:pPr>
            <a:r>
              <a:rPr sz="2100" b="1">
                <a:solidFill>
                  <a:srgbClr val="000000"/>
                </a:solidFill>
                <a:latin typeface="Malgun Gothic"/>
                <a:ea typeface="Malgun Gothic"/>
                <a:cs typeface="Malgun Gothic"/>
              </a:rPr>
              <a:t>왜 후보 생성기인가?</a:t>
            </a:r>
          </a:p>
        </p:txBody>
      </p:sp>
      <p:sp>
        <p:nvSpPr>
          <p:cNvPr id="26" name="">
            <a:extLst xmlns:a="http://schemas.openxmlformats.org/drawingml/2006/main">
              <a:ext uri="{FF2B5EF4-FFF2-40B4-BE49-F238E27FC236}">
                <a16:creationId xmlns:a16="http://schemas.microsoft.com/office/drawing/2014/main" id="{32A71D20-AE8D-4CDD-825C-AFC9E458A2C0}"/>
              </a:ext>
            </a:extLst>
          </p:cNvPr>
          <p:cNvSpPr>
            <a:spLocks xmlns:a="http://schemas.openxmlformats.org/drawingml/2006/main" noGrp="1"/>
          </p:cNvSpPr>
          <p:nvPr/>
        </p:nvSpPr>
        <p:spPr>
          <a:xfrm xmlns:a="http://schemas.openxmlformats.org/drawingml/2006/main">
            <a:off x="400050" y="52578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5D6470"/>
                </a:solidFill>
                <a:latin typeface="Malgun Gothic"/>
                <a:ea typeface="Malgun Gothic"/>
                <a:cs typeface="Malgun Gothic"/>
              </a:defRPr>
            </a:pPr>
            <a:r>
              <a:rPr sz="1875" b="0">
                <a:solidFill>
                  <a:srgbClr val="5D6470"/>
                </a:solidFill>
                <a:latin typeface="Malgun Gothic"/>
                <a:ea typeface="Malgun Gothic"/>
                <a:cs typeface="Malgun Gothic"/>
              </a:rPr>
              <a:t>의미가 비슷해도 권한·현재 상태·위험도·필수 인자가 다를 수 있기 때문이다.</a:t>
            </a:r>
          </a:p>
        </p:txBody>
      </p:sp>
    </p:spTree>
    <p:extLst>
      <p:ext uri="{BB962C8B-B14F-4D97-AF65-F5344CB8AC3E}">
        <p14:creationId xmlns:p14="http://schemas.microsoft.com/office/powerpoint/2010/main" val="73313630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C6D2F05-4953-4D44-ACEA-90BBF4A546A3}"/>
              </a:ext>
            </a:extLst>
          </p:cNvPr>
          <p:cNvSpPr>
            <a:spLocks xmlns:a="http://schemas.openxmlformats.org/drawingml/2006/main" noGrp="1"/>
          </p:cNvSpPr>
          <p:nvPr/>
        </p:nvSpPr>
        <p:spPr>
          <a:xfrm xmlns:a="http://schemas.openxmlformats.org/drawingml/2006/main">
            <a:off x="400050" y="2095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Malgun Gothic"/>
                <a:ea typeface="Malgun Gothic"/>
                <a:cs typeface="Malgun Gothic"/>
              </a:defRPr>
            </a:pPr>
            <a:r>
              <a:rPr sz="1050" b="1">
                <a:solidFill>
                  <a:srgbClr val="3D8DFF"/>
                </a:solidFill>
                <a:latin typeface="Malgun Gothic"/>
                <a:ea typeface="Malgun Gothic"/>
                <a:cs typeface="Malgun Gothic"/>
              </a:rPr>
              <a:t>TOOL DESIGN</a:t>
            </a:r>
          </a:p>
        </p:txBody>
      </p:sp>
      <p:sp>
        <p:nvSpPr>
          <p:cNvPr id="2" name="">
            <a:extLst xmlns:a="http://schemas.openxmlformats.org/drawingml/2006/main">
              <a:ext uri="{FF2B5EF4-FFF2-40B4-BE49-F238E27FC236}">
                <a16:creationId xmlns:a16="http://schemas.microsoft.com/office/drawing/2014/main" id="{9B225323-2E9D-4021-8847-956A7A4E5AA9}"/>
              </a:ext>
            </a:extLst>
          </p:cNvPr>
          <p:cNvSpPr>
            <a:spLocks xmlns:a="http://schemas.openxmlformats.org/drawingml/2006/main" noGrp="1"/>
          </p:cNvSpPr>
          <p:nvPr/>
        </p:nvSpPr>
        <p:spPr>
          <a:xfrm xmlns:a="http://schemas.openxmlformats.org/drawingml/2006/main">
            <a:off x="390525" y="457200"/>
            <a:ext cx="11410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000000"/>
                </a:solidFill>
                <a:latin typeface="Malgun Gothic"/>
                <a:ea typeface="Malgun Gothic"/>
                <a:cs typeface="Malgun Gothic"/>
              </a:defRPr>
            </a:pPr>
            <a:r>
              <a:rPr sz="3450" b="1">
                <a:solidFill>
                  <a:srgbClr val="000000"/>
                </a:solidFill>
                <a:latin typeface="Malgun Gothic"/>
                <a:ea typeface="Malgun Gothic"/>
                <a:cs typeface="Malgun Gothic"/>
              </a:rPr>
              <a:t>좋은 Tool은 작고, 구분 가능하고, 실패를 설명할 수 있다</a:t>
            </a:r>
          </a:p>
        </p:txBody>
      </p:sp>
      <p:sp>
        <p:nvSpPr>
          <p:cNvPr id="3" name="">
            <a:extLst xmlns:a="http://schemas.openxmlformats.org/drawingml/2006/main">
              <a:ext uri="{FF2B5EF4-FFF2-40B4-BE49-F238E27FC236}">
                <a16:creationId xmlns:a16="http://schemas.microsoft.com/office/drawing/2014/main" id="{970EBFB8-0C37-4399-901E-246D6169B274}"/>
              </a:ext>
            </a:extLst>
          </p:cNvPr>
          <p:cNvSpPr>
            <a:spLocks xmlns:a="http://schemas.openxmlformats.org/drawingml/2006/main" noGrp="1"/>
          </p:cNvSpPr>
          <p:nvPr/>
        </p:nvSpPr>
        <p:spPr>
          <a:xfrm xmlns:a="http://schemas.openxmlformats.org/drawingml/2006/main">
            <a:off x="11277600" y="63341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D6470"/>
                </a:solidFill>
                <a:latin typeface="Malgun Gothic"/>
                <a:ea typeface="Malgun Gothic"/>
                <a:cs typeface="Malgun Gothic"/>
              </a:defRPr>
            </a:pPr>
            <a:r>
              <a:rPr sz="1050" b="0">
                <a:solidFill>
                  <a:srgbClr val="5D6470"/>
                </a:solidFill>
                <a:latin typeface="Malgun Gothic"/>
                <a:ea typeface="Malgun Gothic"/>
                <a:cs typeface="Malgun Gothic"/>
              </a:rPr>
              <a:t>10</a:t>
            </a:r>
          </a:p>
        </p:txBody>
      </p:sp>
      <p:sp>
        <p:nvSpPr>
          <p:cNvPr id="4" name="">
            <a:extLst xmlns:a="http://schemas.openxmlformats.org/drawingml/2006/main">
              <a:ext uri="{FF2B5EF4-FFF2-40B4-BE49-F238E27FC236}">
                <a16:creationId xmlns:a16="http://schemas.microsoft.com/office/drawing/2014/main" id="{32FC44C0-DC07-4BAA-BC95-B730C5BA46B8}"/>
              </a:ext>
            </a:extLst>
          </p:cNvPr>
          <p:cNvSpPr>
            <a:spLocks xmlns:a="http://schemas.openxmlformats.org/drawingml/2006/main" noGrp="1"/>
          </p:cNvSpPr>
          <p:nvPr/>
        </p:nvSpPr>
        <p:spPr>
          <a:xfrm xmlns:a="http://schemas.openxmlformats.org/drawingml/2006/main">
            <a:off x="400050" y="1495425"/>
            <a:ext cx="5534025" cy="1952625"/>
          </a:xfrm>
          <a:prstGeom xmlns:a="http://schemas.openxmlformats.org/drawingml/2006/main" prst="roundRect">
            <a:avLst>
              <a:gd name="adj" fmla="val 5854"/>
            </a:avLst>
          </a:prstGeom>
          <a:solidFill xmlns:a="http://schemas.openxmlformats.org/drawingml/2006/main">
            <a:srgbClr val="EAF4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1B49983-F6E2-42CD-86CC-3C9A3B6CF490}"/>
              </a:ext>
            </a:extLst>
          </p:cNvPr>
          <p:cNvSpPr>
            <a:spLocks xmlns:a="http://schemas.openxmlformats.org/drawingml/2006/main" noGrp="1"/>
          </p:cNvSpPr>
          <p:nvPr/>
        </p:nvSpPr>
        <p:spPr>
          <a:xfrm xmlns:a="http://schemas.openxmlformats.org/drawingml/2006/main">
            <a:off x="628650" y="1685925"/>
            <a:ext cx="5076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01</a:t>
            </a:r>
          </a:p>
        </p:txBody>
      </p:sp>
      <p:sp>
        <p:nvSpPr>
          <p:cNvPr id="6" name="">
            <a:extLst xmlns:a="http://schemas.openxmlformats.org/drawingml/2006/main">
              <a:ext uri="{FF2B5EF4-FFF2-40B4-BE49-F238E27FC236}">
                <a16:creationId xmlns:a16="http://schemas.microsoft.com/office/drawing/2014/main" id="{F8FF2A63-2CD0-4EEF-8C99-A2BE5AD1DE56}"/>
              </a:ext>
            </a:extLst>
          </p:cNvPr>
          <p:cNvSpPr>
            <a:spLocks xmlns:a="http://schemas.openxmlformats.org/drawingml/2006/main" noGrp="1"/>
          </p:cNvSpPr>
          <p:nvPr/>
        </p:nvSpPr>
        <p:spPr>
          <a:xfrm xmlns:a="http://schemas.openxmlformats.org/drawingml/2006/main">
            <a:off x="628650" y="2009775"/>
            <a:ext cx="5076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업무 단위</a:t>
            </a:r>
          </a:p>
        </p:txBody>
      </p:sp>
      <p:sp>
        <p:nvSpPr>
          <p:cNvPr id="7" name="">
            <a:extLst xmlns:a="http://schemas.openxmlformats.org/drawingml/2006/main">
              <a:ext uri="{FF2B5EF4-FFF2-40B4-BE49-F238E27FC236}">
                <a16:creationId xmlns:a16="http://schemas.microsoft.com/office/drawing/2014/main" id="{FB4339B6-A3EA-46FC-B26E-BE81850C2D0C}"/>
              </a:ext>
            </a:extLst>
          </p:cNvPr>
          <p:cNvSpPr>
            <a:spLocks xmlns:a="http://schemas.openxmlformats.org/drawingml/2006/main" noGrp="1"/>
          </p:cNvSpPr>
          <p:nvPr/>
        </p:nvSpPr>
        <p:spPr>
          <a:xfrm xmlns:a="http://schemas.openxmlformats.org/drawingml/2006/main">
            <a:off x="628650" y="2628900"/>
            <a:ext cx="50768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범용 API를 그대로 노출하지 말고</a:t>
            </a:r>
          </a:p>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한 문장으로 설명 가능한 능력으로 감싼다.</a:t>
            </a:r>
          </a:p>
        </p:txBody>
      </p:sp>
      <p:sp>
        <p:nvSpPr>
          <p:cNvPr id="8" name="">
            <a:extLst xmlns:a="http://schemas.openxmlformats.org/drawingml/2006/main">
              <a:ext uri="{FF2B5EF4-FFF2-40B4-BE49-F238E27FC236}">
                <a16:creationId xmlns:a16="http://schemas.microsoft.com/office/drawing/2014/main" id="{BD3A0755-BEC3-41BA-B11E-680B3180335C}"/>
              </a:ext>
            </a:extLst>
          </p:cNvPr>
          <p:cNvSpPr>
            <a:spLocks xmlns:a="http://schemas.openxmlformats.org/drawingml/2006/main" noGrp="1"/>
          </p:cNvSpPr>
          <p:nvPr/>
        </p:nvSpPr>
        <p:spPr>
          <a:xfrm xmlns:a="http://schemas.openxmlformats.org/drawingml/2006/main">
            <a:off x="6257925" y="1495425"/>
            <a:ext cx="5534025" cy="1952625"/>
          </a:xfrm>
          <a:prstGeom xmlns:a="http://schemas.openxmlformats.org/drawingml/2006/main" prst="roundRect">
            <a:avLst>
              <a:gd name="adj" fmla="val 5854"/>
            </a:avLst>
          </a:prstGeom>
          <a:solidFill xmlns:a="http://schemas.openxmlformats.org/drawingml/2006/main">
            <a:srgbClr val="F2F2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D485FB6-670D-4FAD-A329-D62DB4EF20B6}"/>
              </a:ext>
            </a:extLst>
          </p:cNvPr>
          <p:cNvSpPr>
            <a:spLocks xmlns:a="http://schemas.openxmlformats.org/drawingml/2006/main" noGrp="1"/>
          </p:cNvSpPr>
          <p:nvPr/>
        </p:nvSpPr>
        <p:spPr>
          <a:xfrm xmlns:a="http://schemas.openxmlformats.org/drawingml/2006/main">
            <a:off x="6486525" y="1685925"/>
            <a:ext cx="5076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02</a:t>
            </a:r>
          </a:p>
        </p:txBody>
      </p:sp>
      <p:sp>
        <p:nvSpPr>
          <p:cNvPr id="10" name="">
            <a:extLst xmlns:a="http://schemas.openxmlformats.org/drawingml/2006/main">
              <a:ext uri="{FF2B5EF4-FFF2-40B4-BE49-F238E27FC236}">
                <a16:creationId xmlns:a16="http://schemas.microsoft.com/office/drawing/2014/main" id="{E3954B92-FFE6-4A3E-B897-12D4A136F285}"/>
              </a:ext>
            </a:extLst>
          </p:cNvPr>
          <p:cNvSpPr>
            <a:spLocks xmlns:a="http://schemas.openxmlformats.org/drawingml/2006/main" noGrp="1"/>
          </p:cNvSpPr>
          <p:nvPr/>
        </p:nvSpPr>
        <p:spPr>
          <a:xfrm xmlns:a="http://schemas.openxmlformats.org/drawingml/2006/main">
            <a:off x="6486525" y="2009775"/>
            <a:ext cx="5076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읽기 / 쓰기 분리</a:t>
            </a:r>
          </a:p>
        </p:txBody>
      </p:sp>
      <p:sp>
        <p:nvSpPr>
          <p:cNvPr id="11" name="">
            <a:extLst xmlns:a="http://schemas.openxmlformats.org/drawingml/2006/main">
              <a:ext uri="{FF2B5EF4-FFF2-40B4-BE49-F238E27FC236}">
                <a16:creationId xmlns:a16="http://schemas.microsoft.com/office/drawing/2014/main" id="{7E8DB8C1-AB08-4D6F-B151-D62DFE46DFDF}"/>
              </a:ext>
            </a:extLst>
          </p:cNvPr>
          <p:cNvSpPr>
            <a:spLocks xmlns:a="http://schemas.openxmlformats.org/drawingml/2006/main" noGrp="1"/>
          </p:cNvSpPr>
          <p:nvPr/>
        </p:nvSpPr>
        <p:spPr>
          <a:xfrm xmlns:a="http://schemas.openxmlformats.org/drawingml/2006/main">
            <a:off x="6486525" y="2628900"/>
            <a:ext cx="50768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조회와 변경을 나누고</a:t>
            </a:r>
          </a:p>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쓰기는 preview·승인·멱등성을 둔다.</a:t>
            </a:r>
          </a:p>
        </p:txBody>
      </p:sp>
      <p:sp>
        <p:nvSpPr>
          <p:cNvPr id="12" name="">
            <a:extLst xmlns:a="http://schemas.openxmlformats.org/drawingml/2006/main">
              <a:ext uri="{FF2B5EF4-FFF2-40B4-BE49-F238E27FC236}">
                <a16:creationId xmlns:a16="http://schemas.microsoft.com/office/drawing/2014/main" id="{7A0829FB-55AD-4DD6-B7EA-9D127D1A6B27}"/>
              </a:ext>
            </a:extLst>
          </p:cNvPr>
          <p:cNvSpPr>
            <a:spLocks xmlns:a="http://schemas.openxmlformats.org/drawingml/2006/main" noGrp="1"/>
          </p:cNvSpPr>
          <p:nvPr/>
        </p:nvSpPr>
        <p:spPr>
          <a:xfrm xmlns:a="http://schemas.openxmlformats.org/drawingml/2006/main">
            <a:off x="400050" y="3790950"/>
            <a:ext cx="5534025" cy="1952625"/>
          </a:xfrm>
          <a:prstGeom xmlns:a="http://schemas.openxmlformats.org/drawingml/2006/main" prst="roundRect">
            <a:avLst>
              <a:gd name="adj" fmla="val 5854"/>
            </a:avLst>
          </a:prstGeom>
          <a:solidFill xmlns:a="http://schemas.openxmlformats.org/drawingml/2006/main">
            <a:srgbClr val="F2F2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6C5CA63-C37A-4CC0-AC06-E344C7C8077F}"/>
              </a:ext>
            </a:extLst>
          </p:cNvPr>
          <p:cNvSpPr>
            <a:spLocks xmlns:a="http://schemas.openxmlformats.org/drawingml/2006/main" noGrp="1"/>
          </p:cNvSpPr>
          <p:nvPr/>
        </p:nvSpPr>
        <p:spPr>
          <a:xfrm xmlns:a="http://schemas.openxmlformats.org/drawingml/2006/main">
            <a:off x="628650" y="3981450"/>
            <a:ext cx="5076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03</a:t>
            </a:r>
          </a:p>
        </p:txBody>
      </p:sp>
      <p:sp>
        <p:nvSpPr>
          <p:cNvPr id="14" name="">
            <a:extLst xmlns:a="http://schemas.openxmlformats.org/drawingml/2006/main">
              <a:ext uri="{FF2B5EF4-FFF2-40B4-BE49-F238E27FC236}">
                <a16:creationId xmlns:a16="http://schemas.microsoft.com/office/drawing/2014/main" id="{70C17615-C3B2-4B6D-B4E0-853CEF744C3D}"/>
              </a:ext>
            </a:extLst>
          </p:cNvPr>
          <p:cNvSpPr>
            <a:spLocks xmlns:a="http://schemas.openxmlformats.org/drawingml/2006/main" noGrp="1"/>
          </p:cNvSpPr>
          <p:nvPr/>
        </p:nvSpPr>
        <p:spPr>
          <a:xfrm xmlns:a="http://schemas.openxmlformats.org/drawingml/2006/main">
            <a:off x="628650" y="4305300"/>
            <a:ext cx="5076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구조화 계약</a:t>
            </a:r>
          </a:p>
        </p:txBody>
      </p:sp>
      <p:sp>
        <p:nvSpPr>
          <p:cNvPr id="15" name="">
            <a:extLst xmlns:a="http://schemas.openxmlformats.org/drawingml/2006/main">
              <a:ext uri="{FF2B5EF4-FFF2-40B4-BE49-F238E27FC236}">
                <a16:creationId xmlns:a16="http://schemas.microsoft.com/office/drawing/2014/main" id="{54CF49B2-6DF3-40E5-988A-92BE80650D59}"/>
              </a:ext>
            </a:extLst>
          </p:cNvPr>
          <p:cNvSpPr>
            <a:spLocks xmlns:a="http://schemas.openxmlformats.org/drawingml/2006/main" noGrp="1"/>
          </p:cNvSpPr>
          <p:nvPr/>
        </p:nvSpPr>
        <p:spPr>
          <a:xfrm xmlns:a="http://schemas.openxmlformats.org/drawingml/2006/main">
            <a:off x="628650" y="4924425"/>
            <a:ext cx="50768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enum·required·format으로 제한하고</a:t>
            </a:r>
          </a:p>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다음 판단에 필요한 결과만 반환한다.</a:t>
            </a:r>
          </a:p>
        </p:txBody>
      </p:sp>
      <p:sp>
        <p:nvSpPr>
          <p:cNvPr id="16" name="">
            <a:extLst xmlns:a="http://schemas.openxmlformats.org/drawingml/2006/main">
              <a:ext uri="{FF2B5EF4-FFF2-40B4-BE49-F238E27FC236}">
                <a16:creationId xmlns:a16="http://schemas.microsoft.com/office/drawing/2014/main" id="{0B6757F8-E1A4-4201-9416-5B8B903C6874}"/>
              </a:ext>
            </a:extLst>
          </p:cNvPr>
          <p:cNvSpPr>
            <a:spLocks xmlns:a="http://schemas.openxmlformats.org/drawingml/2006/main" noGrp="1"/>
          </p:cNvSpPr>
          <p:nvPr/>
        </p:nvSpPr>
        <p:spPr>
          <a:xfrm xmlns:a="http://schemas.openxmlformats.org/drawingml/2006/main">
            <a:off x="6257925" y="3790950"/>
            <a:ext cx="5534025" cy="1952625"/>
          </a:xfrm>
          <a:prstGeom xmlns:a="http://schemas.openxmlformats.org/drawingml/2006/main" prst="roundRect">
            <a:avLst>
              <a:gd name="adj" fmla="val 5854"/>
            </a:avLst>
          </a:prstGeom>
          <a:solidFill xmlns:a="http://schemas.openxmlformats.org/drawingml/2006/main">
            <a:srgbClr val="F2F2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160655F-56A1-4E5C-8A61-D80813D5E67B}"/>
              </a:ext>
            </a:extLst>
          </p:cNvPr>
          <p:cNvSpPr>
            <a:spLocks xmlns:a="http://schemas.openxmlformats.org/drawingml/2006/main" noGrp="1"/>
          </p:cNvSpPr>
          <p:nvPr/>
        </p:nvSpPr>
        <p:spPr>
          <a:xfrm xmlns:a="http://schemas.openxmlformats.org/drawingml/2006/main">
            <a:off x="6486525" y="3981450"/>
            <a:ext cx="5076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04</a:t>
            </a:r>
          </a:p>
        </p:txBody>
      </p:sp>
      <p:sp>
        <p:nvSpPr>
          <p:cNvPr id="18" name="">
            <a:extLst xmlns:a="http://schemas.openxmlformats.org/drawingml/2006/main">
              <a:ext uri="{FF2B5EF4-FFF2-40B4-BE49-F238E27FC236}">
                <a16:creationId xmlns:a16="http://schemas.microsoft.com/office/drawing/2014/main" id="{2854B46A-AD58-4677-9B2D-D7B53BECFDF4}"/>
              </a:ext>
            </a:extLst>
          </p:cNvPr>
          <p:cNvSpPr>
            <a:spLocks xmlns:a="http://schemas.openxmlformats.org/drawingml/2006/main" noGrp="1"/>
          </p:cNvSpPr>
          <p:nvPr/>
        </p:nvSpPr>
        <p:spPr>
          <a:xfrm xmlns:a="http://schemas.openxmlformats.org/drawingml/2006/main">
            <a:off x="6486525" y="4305300"/>
            <a:ext cx="5076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행동 가능한 오류</a:t>
            </a:r>
          </a:p>
        </p:txBody>
      </p:sp>
      <p:sp>
        <p:nvSpPr>
          <p:cNvPr id="19" name="">
            <a:extLst xmlns:a="http://schemas.openxmlformats.org/drawingml/2006/main">
              <a:ext uri="{FF2B5EF4-FFF2-40B4-BE49-F238E27FC236}">
                <a16:creationId xmlns:a16="http://schemas.microsoft.com/office/drawing/2014/main" id="{DC812BC1-5F20-4EF5-9AB4-1FFC5D83B54B}"/>
              </a:ext>
            </a:extLst>
          </p:cNvPr>
          <p:cNvSpPr>
            <a:spLocks xmlns:a="http://schemas.openxmlformats.org/drawingml/2006/main" noGrp="1"/>
          </p:cNvSpPr>
          <p:nvPr/>
        </p:nvSpPr>
        <p:spPr>
          <a:xfrm xmlns:a="http://schemas.openxmlformats.org/drawingml/2006/main">
            <a:off x="6486525" y="4924425"/>
            <a:ext cx="50768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재시도·다른 Tool·사용자 확인·중단을</a:t>
            </a:r>
          </a:p>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오류 코드로 구분한다.</a:t>
            </a:r>
          </a:p>
        </p:txBody>
      </p:sp>
    </p:spTree>
    <p:extLst>
      <p:ext uri="{BB962C8B-B14F-4D97-AF65-F5344CB8AC3E}">
        <p14:creationId xmlns:p14="http://schemas.microsoft.com/office/powerpoint/2010/main" val="71046768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9622491-25D3-4728-A853-E1A614D8F43A}"/>
              </a:ext>
            </a:extLst>
          </p:cNvPr>
          <p:cNvSpPr>
            <a:spLocks xmlns:a="http://schemas.openxmlformats.org/drawingml/2006/main" noGrp="1"/>
          </p:cNvSpPr>
          <p:nvPr/>
        </p:nvSpPr>
        <p:spPr>
          <a:xfrm xmlns:a="http://schemas.openxmlformats.org/drawingml/2006/main">
            <a:off x="400050" y="2095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Malgun Gothic"/>
                <a:ea typeface="Malgun Gothic"/>
                <a:cs typeface="Malgun Gothic"/>
              </a:defRPr>
            </a:pPr>
            <a:r>
              <a:rPr sz="1050" b="1">
                <a:solidFill>
                  <a:srgbClr val="3D8DFF"/>
                </a:solidFill>
                <a:latin typeface="Malgun Gothic"/>
                <a:ea typeface="Malgun Gothic"/>
                <a:cs typeface="Malgun Gothic"/>
              </a:rPr>
              <a:t>DESCRIPTION DESIGN</a:t>
            </a:r>
          </a:p>
        </p:txBody>
      </p:sp>
      <p:sp>
        <p:nvSpPr>
          <p:cNvPr id="2" name="">
            <a:extLst xmlns:a="http://schemas.openxmlformats.org/drawingml/2006/main">
              <a:ext uri="{FF2B5EF4-FFF2-40B4-BE49-F238E27FC236}">
                <a16:creationId xmlns:a16="http://schemas.microsoft.com/office/drawing/2014/main" id="{42DE1C25-B134-43BC-BC73-AAC443105DE5}"/>
              </a:ext>
            </a:extLst>
          </p:cNvPr>
          <p:cNvSpPr>
            <a:spLocks xmlns:a="http://schemas.openxmlformats.org/drawingml/2006/main" noGrp="1"/>
          </p:cNvSpPr>
          <p:nvPr/>
        </p:nvSpPr>
        <p:spPr>
          <a:xfrm xmlns:a="http://schemas.openxmlformats.org/drawingml/2006/main">
            <a:off x="390525" y="457200"/>
            <a:ext cx="11410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000000"/>
                </a:solidFill>
                <a:latin typeface="Malgun Gothic"/>
                <a:ea typeface="Malgun Gothic"/>
                <a:cs typeface="Malgun Gothic"/>
              </a:defRPr>
            </a:pPr>
            <a:r>
              <a:rPr sz="3450" b="1">
                <a:solidFill>
                  <a:srgbClr val="000000"/>
                </a:solidFill>
                <a:latin typeface="Malgun Gothic"/>
                <a:ea typeface="Malgun Gothic"/>
                <a:cs typeface="Malgun Gothic"/>
              </a:rPr>
              <a:t>좋은 Description은 ‘선택 경계’를 명확히 만든다</a:t>
            </a:r>
          </a:p>
        </p:txBody>
      </p:sp>
      <p:sp>
        <p:nvSpPr>
          <p:cNvPr id="3" name="">
            <a:extLst xmlns:a="http://schemas.openxmlformats.org/drawingml/2006/main">
              <a:ext uri="{FF2B5EF4-FFF2-40B4-BE49-F238E27FC236}">
                <a16:creationId xmlns:a16="http://schemas.microsoft.com/office/drawing/2014/main" id="{677D729B-7518-4E45-8B76-867EDE9200DD}"/>
              </a:ext>
            </a:extLst>
          </p:cNvPr>
          <p:cNvSpPr>
            <a:spLocks xmlns:a="http://schemas.openxmlformats.org/drawingml/2006/main" noGrp="1"/>
          </p:cNvSpPr>
          <p:nvPr/>
        </p:nvSpPr>
        <p:spPr>
          <a:xfrm xmlns:a="http://schemas.openxmlformats.org/drawingml/2006/main">
            <a:off x="11277600" y="63341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D6470"/>
                </a:solidFill>
                <a:latin typeface="Malgun Gothic"/>
                <a:ea typeface="Malgun Gothic"/>
                <a:cs typeface="Malgun Gothic"/>
              </a:defRPr>
            </a:pPr>
            <a:r>
              <a:rPr sz="1050" b="0">
                <a:solidFill>
                  <a:srgbClr val="5D6470"/>
                </a:solidFill>
                <a:latin typeface="Malgun Gothic"/>
                <a:ea typeface="Malgun Gothic"/>
                <a:cs typeface="Malgun Gothic"/>
              </a:rPr>
              <a:t>11</a:t>
            </a:r>
          </a:p>
        </p:txBody>
      </p:sp>
      <p:sp>
        <p:nvSpPr>
          <p:cNvPr id="4" name="">
            <a:extLst xmlns:a="http://schemas.openxmlformats.org/drawingml/2006/main">
              <a:ext uri="{FF2B5EF4-FFF2-40B4-BE49-F238E27FC236}">
                <a16:creationId xmlns:a16="http://schemas.microsoft.com/office/drawing/2014/main" id="{9224E41D-A490-485B-8887-B20942ECCF42}"/>
              </a:ext>
            </a:extLst>
          </p:cNvPr>
          <p:cNvSpPr>
            <a:spLocks xmlns:a="http://schemas.openxmlformats.org/drawingml/2006/main" noGrp="1"/>
          </p:cNvSpPr>
          <p:nvPr/>
        </p:nvSpPr>
        <p:spPr>
          <a:xfrm xmlns:a="http://schemas.openxmlformats.org/drawingml/2006/main">
            <a:off x="400050" y="1381125"/>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3D8DFF"/>
                </a:solidFill>
                <a:latin typeface="Malgun Gothic"/>
                <a:ea typeface="Malgun Gothic"/>
                <a:cs typeface="Malgun Gothic"/>
              </a:defRPr>
            </a:pPr>
            <a:r>
              <a:rPr sz="2100" b="1">
                <a:solidFill>
                  <a:srgbClr val="3D8DFF"/>
                </a:solidFill>
                <a:latin typeface="Malgun Gothic"/>
                <a:ea typeface="Malgun Gothic"/>
                <a:cs typeface="Malgun Gothic"/>
              </a:rPr>
              <a:t>5문장 공식</a:t>
            </a:r>
          </a:p>
        </p:txBody>
      </p:sp>
      <p:sp>
        <p:nvSpPr>
          <p:cNvPr id="5" name="">
            <a:extLst xmlns:a="http://schemas.openxmlformats.org/drawingml/2006/main">
              <a:ext uri="{FF2B5EF4-FFF2-40B4-BE49-F238E27FC236}">
                <a16:creationId xmlns:a16="http://schemas.microsoft.com/office/drawing/2014/main" id="{8C5AA003-B94B-44ED-AC9A-A371013CE5B9}"/>
              </a:ext>
            </a:extLst>
          </p:cNvPr>
          <p:cNvSpPr>
            <a:spLocks xmlns:a="http://schemas.openxmlformats.org/drawingml/2006/main" noGrp="1"/>
          </p:cNvSpPr>
          <p:nvPr/>
        </p:nvSpPr>
        <p:spPr>
          <a:xfrm xmlns:a="http://schemas.openxmlformats.org/drawingml/2006/main">
            <a:off x="400050" y="1914525"/>
            <a:ext cx="4619625"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1. 무엇을 한다</a:t>
            </a:r>
          </a:p>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2. 언제 사용한다</a:t>
            </a:r>
          </a:p>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3. 언제 사용하지 않는다</a:t>
            </a:r>
          </a:p>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4. 중요 입력의 의미와 제약</a:t>
            </a:r>
          </a:p>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5. 출력·오류와 다음 행동</a:t>
            </a:r>
          </a:p>
        </p:txBody>
      </p:sp>
      <p:sp>
        <p:nvSpPr>
          <p:cNvPr id="6" name="">
            <a:extLst xmlns:a="http://schemas.openxmlformats.org/drawingml/2006/main">
              <a:ext uri="{FF2B5EF4-FFF2-40B4-BE49-F238E27FC236}">
                <a16:creationId xmlns:a16="http://schemas.microsoft.com/office/drawing/2014/main" id="{E3A97689-64D7-4EFD-97AC-95D089E6A17B}"/>
              </a:ext>
            </a:extLst>
          </p:cNvPr>
          <p:cNvSpPr>
            <a:spLocks xmlns:a="http://schemas.openxmlformats.org/drawingml/2006/main" noGrp="1"/>
          </p:cNvSpPr>
          <p:nvPr/>
        </p:nvSpPr>
        <p:spPr>
          <a:xfrm xmlns:a="http://schemas.openxmlformats.org/drawingml/2006/main">
            <a:off x="5514975" y="1390650"/>
            <a:ext cx="6276975" cy="1590675"/>
          </a:xfrm>
          <a:prstGeom xmlns:a="http://schemas.openxmlformats.org/drawingml/2006/main" prst="roundRect">
            <a:avLst>
              <a:gd name="adj" fmla="val 7186"/>
            </a:avLst>
          </a:prstGeom>
          <a:solidFill xmlns:a="http://schemas.openxmlformats.org/drawingml/2006/main">
            <a:srgbClr val="FFF1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4935352-9E9F-4A77-909F-4DDAF92B2DA6}"/>
              </a:ext>
            </a:extLst>
          </p:cNvPr>
          <p:cNvSpPr>
            <a:spLocks xmlns:a="http://schemas.openxmlformats.org/drawingml/2006/main" noGrp="1"/>
          </p:cNvSpPr>
          <p:nvPr/>
        </p:nvSpPr>
        <p:spPr>
          <a:xfrm xmlns:a="http://schemas.openxmlformats.org/drawingml/2006/main">
            <a:off x="5743575" y="1581150"/>
            <a:ext cx="5819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D64545"/>
                </a:solidFill>
                <a:latin typeface="Malgun Gothic"/>
                <a:ea typeface="Malgun Gothic"/>
                <a:cs typeface="Malgun Gothic"/>
              </a:defRPr>
            </a:pPr>
            <a:r>
              <a:rPr sz="1125" b="1">
                <a:solidFill>
                  <a:srgbClr val="D64545"/>
                </a:solidFill>
                <a:latin typeface="Malgun Gothic"/>
                <a:ea typeface="Malgun Gothic"/>
                <a:cs typeface="Malgun Gothic"/>
              </a:rPr>
              <a:t>모호함</a:t>
            </a:r>
          </a:p>
        </p:txBody>
      </p:sp>
      <p:sp>
        <p:nvSpPr>
          <p:cNvPr id="8" name="">
            <a:extLst xmlns:a="http://schemas.openxmlformats.org/drawingml/2006/main">
              <a:ext uri="{FF2B5EF4-FFF2-40B4-BE49-F238E27FC236}">
                <a16:creationId xmlns:a16="http://schemas.microsoft.com/office/drawing/2014/main" id="{FD709F35-5401-4E2E-BE9E-37955D5798EA}"/>
              </a:ext>
            </a:extLst>
          </p:cNvPr>
          <p:cNvSpPr>
            <a:spLocks xmlns:a="http://schemas.openxmlformats.org/drawingml/2006/main" noGrp="1"/>
          </p:cNvSpPr>
          <p:nvPr/>
        </p:nvSpPr>
        <p:spPr>
          <a:xfrm xmlns:a="http://schemas.openxmlformats.org/drawingml/2006/main">
            <a:off x="5743575" y="1857375"/>
            <a:ext cx="5819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000000"/>
                </a:solidFill>
                <a:latin typeface="Malgun Gothic"/>
                <a:ea typeface="Malgun Gothic"/>
                <a:cs typeface="Malgun Gothic"/>
              </a:defRPr>
            </a:pPr>
            <a:r>
              <a:rPr sz="1950" b="1">
                <a:solidFill>
                  <a:srgbClr val="000000"/>
                </a:solidFill>
                <a:latin typeface="Malgun Gothic"/>
                <a:ea typeface="Malgun Gothic"/>
                <a:cs typeface="Malgun Gothic"/>
              </a:rPr>
              <a:t>BAD</a:t>
            </a:r>
          </a:p>
        </p:txBody>
      </p:sp>
      <p:sp>
        <p:nvSpPr>
          <p:cNvPr id="9" name="">
            <a:extLst xmlns:a="http://schemas.openxmlformats.org/drawingml/2006/main">
              <a:ext uri="{FF2B5EF4-FFF2-40B4-BE49-F238E27FC236}">
                <a16:creationId xmlns:a16="http://schemas.microsoft.com/office/drawing/2014/main" id="{6CBCA0C6-8C4D-4B4B-8079-AAEF01BCC6CD}"/>
              </a:ext>
            </a:extLst>
          </p:cNvPr>
          <p:cNvSpPr>
            <a:spLocks xmlns:a="http://schemas.openxmlformats.org/drawingml/2006/main" noGrp="1"/>
          </p:cNvSpPr>
          <p:nvPr/>
        </p:nvSpPr>
        <p:spPr>
          <a:xfrm xmlns:a="http://schemas.openxmlformats.org/drawingml/2006/main">
            <a:off x="5743575" y="2286000"/>
            <a:ext cx="58197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5D6470"/>
                </a:solidFill>
                <a:latin typeface="Malgun Gothic"/>
                <a:ea typeface="Malgun Gothic"/>
                <a:cs typeface="Malgun Gothic"/>
              </a:defRPr>
            </a:pPr>
            <a:r>
              <a:rPr sz="1800" b="0">
                <a:solidFill>
                  <a:srgbClr val="5D6470"/>
                </a:solidFill>
                <a:latin typeface="Malgun Gothic"/>
                <a:ea typeface="Malgun Gothic"/>
                <a:cs typeface="Malgun Gothic"/>
              </a:rPr>
              <a:t>회의 정보를 가져온다.</a:t>
            </a:r>
          </a:p>
        </p:txBody>
      </p:sp>
      <p:sp>
        <p:nvSpPr>
          <p:cNvPr id="10" name="">
            <a:extLst xmlns:a="http://schemas.openxmlformats.org/drawingml/2006/main">
              <a:ext uri="{FF2B5EF4-FFF2-40B4-BE49-F238E27FC236}">
                <a16:creationId xmlns:a16="http://schemas.microsoft.com/office/drawing/2014/main" id="{4AA0B4B7-23F7-4CFD-8E37-BC4CFEE11946}"/>
              </a:ext>
            </a:extLst>
          </p:cNvPr>
          <p:cNvSpPr>
            <a:spLocks xmlns:a="http://schemas.openxmlformats.org/drawingml/2006/main" noGrp="1"/>
          </p:cNvSpPr>
          <p:nvPr/>
        </p:nvSpPr>
        <p:spPr>
          <a:xfrm xmlns:a="http://schemas.openxmlformats.org/drawingml/2006/main">
            <a:off x="5514975" y="3209925"/>
            <a:ext cx="6276975" cy="2514600"/>
          </a:xfrm>
          <a:prstGeom xmlns:a="http://schemas.openxmlformats.org/drawingml/2006/main" prst="roundRect">
            <a:avLst>
              <a:gd name="adj" fmla="val 4545"/>
            </a:avLst>
          </a:prstGeom>
          <a:solidFill xmlns:a="http://schemas.openxmlformats.org/drawingml/2006/main">
            <a:srgbClr val="EAF8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70BD35F-3824-4CE4-AF16-5F8A0B0ED3C7}"/>
              </a:ext>
            </a:extLst>
          </p:cNvPr>
          <p:cNvSpPr>
            <a:spLocks xmlns:a="http://schemas.openxmlformats.org/drawingml/2006/main" noGrp="1"/>
          </p:cNvSpPr>
          <p:nvPr/>
        </p:nvSpPr>
        <p:spPr>
          <a:xfrm xmlns:a="http://schemas.openxmlformats.org/drawingml/2006/main">
            <a:off x="5743575" y="3400425"/>
            <a:ext cx="5819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0E9F6E"/>
                </a:solidFill>
                <a:latin typeface="Malgun Gothic"/>
                <a:ea typeface="Malgun Gothic"/>
                <a:cs typeface="Malgun Gothic"/>
              </a:defRPr>
            </a:pPr>
            <a:r>
              <a:rPr sz="1125" b="1">
                <a:solidFill>
                  <a:srgbClr val="0E9F6E"/>
                </a:solidFill>
                <a:latin typeface="Malgun Gothic"/>
                <a:ea typeface="Malgun Gothic"/>
                <a:cs typeface="Malgun Gothic"/>
              </a:rPr>
              <a:t>경계가 보임</a:t>
            </a:r>
          </a:p>
        </p:txBody>
      </p:sp>
      <p:sp>
        <p:nvSpPr>
          <p:cNvPr id="12" name="">
            <a:extLst xmlns:a="http://schemas.openxmlformats.org/drawingml/2006/main">
              <a:ext uri="{FF2B5EF4-FFF2-40B4-BE49-F238E27FC236}">
                <a16:creationId xmlns:a16="http://schemas.microsoft.com/office/drawing/2014/main" id="{07F13B6E-B027-4E71-89CB-8E1A7D6DED21}"/>
              </a:ext>
            </a:extLst>
          </p:cNvPr>
          <p:cNvSpPr>
            <a:spLocks xmlns:a="http://schemas.openxmlformats.org/drawingml/2006/main" noGrp="1"/>
          </p:cNvSpPr>
          <p:nvPr/>
        </p:nvSpPr>
        <p:spPr>
          <a:xfrm xmlns:a="http://schemas.openxmlformats.org/drawingml/2006/main">
            <a:off x="5743575" y="3724275"/>
            <a:ext cx="58197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000000"/>
                </a:solidFill>
                <a:latin typeface="Malgun Gothic"/>
                <a:ea typeface="Malgun Gothic"/>
                <a:cs typeface="Malgun Gothic"/>
              </a:defRPr>
            </a:pPr>
            <a:r>
              <a:rPr sz="1950" b="1">
                <a:solidFill>
                  <a:srgbClr val="000000"/>
                </a:solidFill>
                <a:latin typeface="Malgun Gothic"/>
                <a:ea typeface="Malgun Gothic"/>
                <a:cs typeface="Malgun Gothic"/>
              </a:rPr>
              <a:t>GOOD</a:t>
            </a:r>
          </a:p>
        </p:txBody>
      </p:sp>
      <p:sp>
        <p:nvSpPr>
          <p:cNvPr id="13" name="">
            <a:extLst xmlns:a="http://schemas.openxmlformats.org/drawingml/2006/main">
              <a:ext uri="{FF2B5EF4-FFF2-40B4-BE49-F238E27FC236}">
                <a16:creationId xmlns:a16="http://schemas.microsoft.com/office/drawing/2014/main" id="{1A0238D4-FF15-4958-8655-F28C3258C297}"/>
              </a:ext>
            </a:extLst>
          </p:cNvPr>
          <p:cNvSpPr>
            <a:spLocks xmlns:a="http://schemas.openxmlformats.org/drawingml/2006/main" noGrp="1"/>
          </p:cNvSpPr>
          <p:nvPr/>
        </p:nvSpPr>
        <p:spPr>
          <a:xfrm xmlns:a="http://schemas.openxmlformats.org/drawingml/2006/main">
            <a:off x="5743575" y="4343400"/>
            <a:ext cx="5819775" cy="1209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현재 사용자가 접근 가능한 회의를 제목·날짜·채널로 찾는다.</a:t>
            </a:r>
          </a:p>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회의 본문이나 전사 근거 조회에는 사용하지 않는다.</a:t>
            </a:r>
          </a:p>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meeting_id와 확정 상태를 반환한다.</a:t>
            </a:r>
          </a:p>
        </p:txBody>
      </p:sp>
      <p:sp>
        <p:nvSpPr>
          <p:cNvPr id="14" name="">
            <a:extLst xmlns:a="http://schemas.openxmlformats.org/drawingml/2006/main">
              <a:ext uri="{FF2B5EF4-FFF2-40B4-BE49-F238E27FC236}">
                <a16:creationId xmlns:a16="http://schemas.microsoft.com/office/drawing/2014/main" id="{C7B46C19-51DC-4047-9467-6DE3786E4EEF}"/>
              </a:ext>
            </a:extLst>
          </p:cNvPr>
          <p:cNvSpPr>
            <a:spLocks xmlns:a="http://schemas.openxmlformats.org/drawingml/2006/main" noGrp="1"/>
          </p:cNvSpPr>
          <p:nvPr/>
        </p:nvSpPr>
        <p:spPr>
          <a:xfrm xmlns:a="http://schemas.openxmlformats.org/drawingml/2006/main">
            <a:off x="400050" y="5314950"/>
            <a:ext cx="4619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latin typeface="Malgun Gothic"/>
                <a:ea typeface="Malgun Gothic"/>
                <a:cs typeface="Malgun Gothic"/>
              </a:defRPr>
            </a:pPr>
            <a:r>
              <a:rPr sz="1800" b="1">
                <a:solidFill>
                  <a:srgbClr val="000000"/>
                </a:solidFill>
                <a:latin typeface="Malgun Gothic"/>
                <a:ea typeface="Malgun Gothic"/>
                <a:cs typeface="Malgun Gothic"/>
              </a:rPr>
              <a:t>유사 Tool끼리는 ‘하지 않는 일’을 대칭적으로 쓴다.</a:t>
            </a:r>
          </a:p>
        </p:txBody>
      </p:sp>
    </p:spTree>
    <p:extLst>
      <p:ext uri="{BB962C8B-B14F-4D97-AF65-F5344CB8AC3E}">
        <p14:creationId xmlns:p14="http://schemas.microsoft.com/office/powerpoint/2010/main" val="120039463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569AE96-305E-444A-A8F0-A129F43E7AD5}"/>
              </a:ext>
            </a:extLst>
          </p:cNvPr>
          <p:cNvSpPr>
            <a:spLocks xmlns:a="http://schemas.openxmlformats.org/drawingml/2006/main" noGrp="1"/>
          </p:cNvSpPr>
          <p:nvPr/>
        </p:nvSpPr>
        <p:spPr>
          <a:xfrm xmlns:a="http://schemas.openxmlformats.org/drawingml/2006/main">
            <a:off x="400050" y="2095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Malgun Gothic"/>
                <a:ea typeface="Malgun Gothic"/>
                <a:cs typeface="Malgun Gothic"/>
              </a:defRPr>
            </a:pPr>
            <a:r>
              <a:rPr sz="1050" b="1">
                <a:solidFill>
                  <a:srgbClr val="3D8DFF"/>
                </a:solidFill>
                <a:latin typeface="Malgun Gothic"/>
                <a:ea typeface="Malgun Gothic"/>
                <a:cs typeface="Malgun Gothic"/>
              </a:rPr>
              <a:t>PRACTICAL ARCHITECTURE</a:t>
            </a:r>
          </a:p>
        </p:txBody>
      </p:sp>
      <p:sp>
        <p:nvSpPr>
          <p:cNvPr id="2" name="">
            <a:extLst xmlns:a="http://schemas.openxmlformats.org/drawingml/2006/main">
              <a:ext uri="{FF2B5EF4-FFF2-40B4-BE49-F238E27FC236}">
                <a16:creationId xmlns:a16="http://schemas.microsoft.com/office/drawing/2014/main" id="{C44797A7-A8C4-41CE-BB32-909494F1FB41}"/>
              </a:ext>
            </a:extLst>
          </p:cNvPr>
          <p:cNvSpPr>
            <a:spLocks xmlns:a="http://schemas.openxmlformats.org/drawingml/2006/main" noGrp="1"/>
          </p:cNvSpPr>
          <p:nvPr/>
        </p:nvSpPr>
        <p:spPr>
          <a:xfrm xmlns:a="http://schemas.openxmlformats.org/drawingml/2006/main">
            <a:off x="390525" y="457200"/>
            <a:ext cx="11410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000000"/>
                </a:solidFill>
                <a:latin typeface="Malgun Gothic"/>
                <a:ea typeface="Malgun Gothic"/>
                <a:cs typeface="Malgun Gothic"/>
              </a:defRPr>
            </a:pPr>
            <a:r>
              <a:rPr sz="3450" b="1">
                <a:solidFill>
                  <a:srgbClr val="000000"/>
                </a:solidFill>
                <a:latin typeface="Malgun Gothic"/>
                <a:ea typeface="Malgun Gothic"/>
                <a:cs typeface="Malgun Gothic"/>
              </a:rPr>
              <a:t>ZEN AI v1: 읽기 Tool 3개, 권한은 서버에서</a:t>
            </a:r>
          </a:p>
        </p:txBody>
      </p:sp>
      <p:sp>
        <p:nvSpPr>
          <p:cNvPr id="3" name="">
            <a:extLst xmlns:a="http://schemas.openxmlformats.org/drawingml/2006/main">
              <a:ext uri="{FF2B5EF4-FFF2-40B4-BE49-F238E27FC236}">
                <a16:creationId xmlns:a16="http://schemas.microsoft.com/office/drawing/2014/main" id="{98721F42-3E5A-4D08-8603-4D2277C3BE38}"/>
              </a:ext>
            </a:extLst>
          </p:cNvPr>
          <p:cNvSpPr>
            <a:spLocks xmlns:a="http://schemas.openxmlformats.org/drawingml/2006/main" noGrp="1"/>
          </p:cNvSpPr>
          <p:nvPr/>
        </p:nvSpPr>
        <p:spPr>
          <a:xfrm xmlns:a="http://schemas.openxmlformats.org/drawingml/2006/main">
            <a:off x="11277600" y="63341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D6470"/>
                </a:solidFill>
                <a:latin typeface="Malgun Gothic"/>
                <a:ea typeface="Malgun Gothic"/>
                <a:cs typeface="Malgun Gothic"/>
              </a:defRPr>
            </a:pPr>
            <a:r>
              <a:rPr sz="1050" b="0">
                <a:solidFill>
                  <a:srgbClr val="5D6470"/>
                </a:solidFill>
                <a:latin typeface="Malgun Gothic"/>
                <a:ea typeface="Malgun Gothic"/>
                <a:cs typeface="Malgun Gothic"/>
              </a:rPr>
              <a:t>12</a:t>
            </a:r>
          </a:p>
        </p:txBody>
      </p:sp>
      <p:sp>
        <p:nvSpPr>
          <p:cNvPr id="4" name="">
            <a:extLst xmlns:a="http://schemas.openxmlformats.org/drawingml/2006/main">
              <a:ext uri="{FF2B5EF4-FFF2-40B4-BE49-F238E27FC236}">
                <a16:creationId xmlns:a16="http://schemas.microsoft.com/office/drawing/2014/main" id="{1FBEF78B-B9DC-4144-8211-B8BE5B619EA8}"/>
              </a:ext>
            </a:extLst>
          </p:cNvPr>
          <p:cNvSpPr>
            <a:spLocks xmlns:a="http://schemas.openxmlformats.org/drawingml/2006/main" noGrp="1"/>
          </p:cNvSpPr>
          <p:nvPr/>
        </p:nvSpPr>
        <p:spPr>
          <a:xfrm xmlns:a="http://schemas.openxmlformats.org/drawingml/2006/main">
            <a:off x="400050" y="1466850"/>
            <a:ext cx="3562350" cy="3048000"/>
          </a:xfrm>
          <a:prstGeom xmlns:a="http://schemas.openxmlformats.org/drawingml/2006/main" prst="roundRect">
            <a:avLst>
              <a:gd name="adj" fmla="val 3750"/>
            </a:avLst>
          </a:prstGeom>
          <a:solidFill xmlns:a="http://schemas.openxmlformats.org/drawingml/2006/main">
            <a:srgbClr val="EAF4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BB2A08-A6E1-490F-A5F4-78DA579805FF}"/>
              </a:ext>
            </a:extLst>
          </p:cNvPr>
          <p:cNvSpPr>
            <a:spLocks xmlns:a="http://schemas.openxmlformats.org/drawingml/2006/main" noGrp="1"/>
          </p:cNvSpPr>
          <p:nvPr/>
        </p:nvSpPr>
        <p:spPr>
          <a:xfrm xmlns:a="http://schemas.openxmlformats.org/drawingml/2006/main">
            <a:off x="628650" y="1657350"/>
            <a:ext cx="3105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R0 READ</a:t>
            </a:r>
          </a:p>
        </p:txBody>
      </p:sp>
      <p:sp>
        <p:nvSpPr>
          <p:cNvPr id="6" name="">
            <a:extLst xmlns:a="http://schemas.openxmlformats.org/drawingml/2006/main">
              <a:ext uri="{FF2B5EF4-FFF2-40B4-BE49-F238E27FC236}">
                <a16:creationId xmlns:a16="http://schemas.microsoft.com/office/drawing/2014/main" id="{C4E46EDD-9F48-40D9-9D76-03AC4F103D7B}"/>
              </a:ext>
            </a:extLst>
          </p:cNvPr>
          <p:cNvSpPr>
            <a:spLocks xmlns:a="http://schemas.openxmlformats.org/drawingml/2006/main" noGrp="1"/>
          </p:cNvSpPr>
          <p:nvPr/>
        </p:nvSpPr>
        <p:spPr>
          <a:xfrm xmlns:a="http://schemas.openxmlformats.org/drawingml/2006/main">
            <a:off x="628650" y="1981200"/>
            <a:ext cx="3105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회의 후보</a:t>
            </a:r>
          </a:p>
        </p:txBody>
      </p:sp>
      <p:sp>
        <p:nvSpPr>
          <p:cNvPr id="7" name="">
            <a:extLst xmlns:a="http://schemas.openxmlformats.org/drawingml/2006/main">
              <a:ext uri="{FF2B5EF4-FFF2-40B4-BE49-F238E27FC236}">
                <a16:creationId xmlns:a16="http://schemas.microsoft.com/office/drawing/2014/main" id="{84BCAAC2-9964-41D9-AD33-073E769CEA1E}"/>
              </a:ext>
            </a:extLst>
          </p:cNvPr>
          <p:cNvSpPr>
            <a:spLocks xmlns:a="http://schemas.openxmlformats.org/drawingml/2006/main" noGrp="1"/>
          </p:cNvSpPr>
          <p:nvPr/>
        </p:nvSpPr>
        <p:spPr>
          <a:xfrm xmlns:a="http://schemas.openxmlformats.org/drawingml/2006/main">
            <a:off x="628650" y="2600325"/>
            <a:ext cx="3105150" cy="1743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search_accessible_meetings</a:t>
            </a:r>
          </a:p>
          <a:p xmlns:a="http://schemas.openxmlformats.org/drawingml/2006/main">
            <a:r>
              <a:t/>
            </a:r>
          </a:p>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접근 가능한 회의만</a:t>
            </a:r>
          </a:p>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제목·날짜·채널로 찾기</a:t>
            </a:r>
          </a:p>
        </p:txBody>
      </p:sp>
      <p:sp>
        <p:nvSpPr>
          <p:cNvPr id="8" name="">
            <a:extLst xmlns:a="http://schemas.openxmlformats.org/drawingml/2006/main">
              <a:ext uri="{FF2B5EF4-FFF2-40B4-BE49-F238E27FC236}">
                <a16:creationId xmlns:a16="http://schemas.microsoft.com/office/drawing/2014/main" id="{CEE93547-E7D0-408E-BB50-6BEEC6EA19ED}"/>
              </a:ext>
            </a:extLst>
          </p:cNvPr>
          <p:cNvSpPr>
            <a:spLocks xmlns:a="http://schemas.openxmlformats.org/drawingml/2006/main" noGrp="1"/>
          </p:cNvSpPr>
          <p:nvPr/>
        </p:nvSpPr>
        <p:spPr>
          <a:xfrm xmlns:a="http://schemas.openxmlformats.org/drawingml/2006/main">
            <a:off x="4314825" y="1466850"/>
            <a:ext cx="3562350" cy="3048000"/>
          </a:xfrm>
          <a:prstGeom xmlns:a="http://schemas.openxmlformats.org/drawingml/2006/main" prst="roundRect">
            <a:avLst>
              <a:gd name="adj" fmla="val 3750"/>
            </a:avLst>
          </a:prstGeom>
          <a:solidFill xmlns:a="http://schemas.openxmlformats.org/drawingml/2006/main">
            <a:srgbClr val="F2F2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AC3908C-1EEC-4BA4-AB1F-30AE8BA9F1CE}"/>
              </a:ext>
            </a:extLst>
          </p:cNvPr>
          <p:cNvSpPr>
            <a:spLocks xmlns:a="http://schemas.openxmlformats.org/drawingml/2006/main" noGrp="1"/>
          </p:cNvSpPr>
          <p:nvPr/>
        </p:nvSpPr>
        <p:spPr>
          <a:xfrm xmlns:a="http://schemas.openxmlformats.org/drawingml/2006/main">
            <a:off x="4543425" y="1657350"/>
            <a:ext cx="3105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R1 SENSITIVE READ</a:t>
            </a:r>
          </a:p>
        </p:txBody>
      </p:sp>
      <p:sp>
        <p:nvSpPr>
          <p:cNvPr id="10" name="">
            <a:extLst xmlns:a="http://schemas.openxmlformats.org/drawingml/2006/main">
              <a:ext uri="{FF2B5EF4-FFF2-40B4-BE49-F238E27FC236}">
                <a16:creationId xmlns:a16="http://schemas.microsoft.com/office/drawing/2014/main" id="{0C3FA8AE-46A9-449B-8E18-4637C06245BF}"/>
              </a:ext>
            </a:extLst>
          </p:cNvPr>
          <p:cNvSpPr>
            <a:spLocks xmlns:a="http://schemas.openxmlformats.org/drawingml/2006/main" noGrp="1"/>
          </p:cNvSpPr>
          <p:nvPr/>
        </p:nvSpPr>
        <p:spPr>
          <a:xfrm xmlns:a="http://schemas.openxmlformats.org/drawingml/2006/main">
            <a:off x="4543425" y="1981200"/>
            <a:ext cx="3105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확정 회의록</a:t>
            </a:r>
          </a:p>
        </p:txBody>
      </p:sp>
      <p:sp>
        <p:nvSpPr>
          <p:cNvPr id="11" name="">
            <a:extLst xmlns:a="http://schemas.openxmlformats.org/drawingml/2006/main">
              <a:ext uri="{FF2B5EF4-FFF2-40B4-BE49-F238E27FC236}">
                <a16:creationId xmlns:a16="http://schemas.microsoft.com/office/drawing/2014/main" id="{CC3A1B00-5DCB-4F6B-94B5-746A3C90C0E0}"/>
              </a:ext>
            </a:extLst>
          </p:cNvPr>
          <p:cNvSpPr>
            <a:spLocks xmlns:a="http://schemas.openxmlformats.org/drawingml/2006/main" noGrp="1"/>
          </p:cNvSpPr>
          <p:nvPr/>
        </p:nvSpPr>
        <p:spPr>
          <a:xfrm xmlns:a="http://schemas.openxmlformats.org/drawingml/2006/main">
            <a:off x="4543425" y="2600325"/>
            <a:ext cx="3105150" cy="1743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get_confirmed_minutes</a:t>
            </a:r>
          </a:p>
          <a:p xmlns:a="http://schemas.openxmlformats.org/drawingml/2006/main">
            <a:r>
              <a:t/>
            </a:r>
          </a:p>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결정·할 일·근거 ID</a:t>
            </a:r>
          </a:p>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초안은 반환하지 않기</a:t>
            </a:r>
          </a:p>
        </p:txBody>
      </p:sp>
      <p:sp>
        <p:nvSpPr>
          <p:cNvPr id="12" name="">
            <a:extLst xmlns:a="http://schemas.openxmlformats.org/drawingml/2006/main">
              <a:ext uri="{FF2B5EF4-FFF2-40B4-BE49-F238E27FC236}">
                <a16:creationId xmlns:a16="http://schemas.microsoft.com/office/drawing/2014/main" id="{2EFCABF3-FB3D-4D22-8C36-9569B81925BF}"/>
              </a:ext>
            </a:extLst>
          </p:cNvPr>
          <p:cNvSpPr>
            <a:spLocks xmlns:a="http://schemas.openxmlformats.org/drawingml/2006/main" noGrp="1"/>
          </p:cNvSpPr>
          <p:nvPr/>
        </p:nvSpPr>
        <p:spPr>
          <a:xfrm xmlns:a="http://schemas.openxmlformats.org/drawingml/2006/main">
            <a:off x="8229600" y="1466850"/>
            <a:ext cx="3562350" cy="3048000"/>
          </a:xfrm>
          <a:prstGeom xmlns:a="http://schemas.openxmlformats.org/drawingml/2006/main" prst="roundRect">
            <a:avLst>
              <a:gd name="adj" fmla="val 3750"/>
            </a:avLst>
          </a:prstGeom>
          <a:solidFill xmlns:a="http://schemas.openxmlformats.org/drawingml/2006/main">
            <a:srgbClr val="F2F2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AC382B1-AEC7-45EC-8FAD-0EE1ED664431}"/>
              </a:ext>
            </a:extLst>
          </p:cNvPr>
          <p:cNvSpPr>
            <a:spLocks xmlns:a="http://schemas.openxmlformats.org/drawingml/2006/main" noGrp="1"/>
          </p:cNvSpPr>
          <p:nvPr/>
        </p:nvSpPr>
        <p:spPr>
          <a:xfrm xmlns:a="http://schemas.openxmlformats.org/drawingml/2006/main">
            <a:off x="8458200" y="1657350"/>
            <a:ext cx="3105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Malgun Gothic"/>
                <a:ea typeface="Malgun Gothic"/>
                <a:cs typeface="Malgun Gothic"/>
              </a:defRPr>
            </a:pPr>
            <a:r>
              <a:rPr sz="1125" b="1">
                <a:solidFill>
                  <a:srgbClr val="3D8DFF"/>
                </a:solidFill>
                <a:latin typeface="Malgun Gothic"/>
                <a:ea typeface="Malgun Gothic"/>
                <a:cs typeface="Malgun Gothic"/>
              </a:rPr>
              <a:t>R1 SENSITIVE READ</a:t>
            </a:r>
          </a:p>
        </p:txBody>
      </p:sp>
      <p:sp>
        <p:nvSpPr>
          <p:cNvPr id="14" name="">
            <a:extLst xmlns:a="http://schemas.openxmlformats.org/drawingml/2006/main">
              <a:ext uri="{FF2B5EF4-FFF2-40B4-BE49-F238E27FC236}">
                <a16:creationId xmlns:a16="http://schemas.microsoft.com/office/drawing/2014/main" id="{FCD8E188-559F-437B-8F75-B467CDC595C5}"/>
              </a:ext>
            </a:extLst>
          </p:cNvPr>
          <p:cNvSpPr>
            <a:spLocks xmlns:a="http://schemas.openxmlformats.org/drawingml/2006/main" noGrp="1"/>
          </p:cNvSpPr>
          <p:nvPr/>
        </p:nvSpPr>
        <p:spPr>
          <a:xfrm xmlns:a="http://schemas.openxmlformats.org/drawingml/2006/main">
            <a:off x="8458200" y="1981200"/>
            <a:ext cx="3105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Malgun Gothic"/>
                <a:ea typeface="Malgun Gothic"/>
                <a:cs typeface="Malgun Gothic"/>
              </a:defRPr>
            </a:pPr>
            <a:r>
              <a:rPr sz="2175" b="1">
                <a:solidFill>
                  <a:srgbClr val="000000"/>
                </a:solidFill>
                <a:latin typeface="Malgun Gothic"/>
                <a:ea typeface="Malgun Gothic"/>
                <a:cs typeface="Malgun Gothic"/>
              </a:rPr>
              <a:t>원문 근거</a:t>
            </a:r>
          </a:p>
        </p:txBody>
      </p:sp>
      <p:sp>
        <p:nvSpPr>
          <p:cNvPr id="15" name="">
            <a:extLst xmlns:a="http://schemas.openxmlformats.org/drawingml/2006/main">
              <a:ext uri="{FF2B5EF4-FFF2-40B4-BE49-F238E27FC236}">
                <a16:creationId xmlns:a16="http://schemas.microsoft.com/office/drawing/2014/main" id="{10193A3C-07BA-45F6-B40A-AC26512988B9}"/>
              </a:ext>
            </a:extLst>
          </p:cNvPr>
          <p:cNvSpPr>
            <a:spLocks xmlns:a="http://schemas.openxmlformats.org/drawingml/2006/main" noGrp="1"/>
          </p:cNvSpPr>
          <p:nvPr/>
        </p:nvSpPr>
        <p:spPr>
          <a:xfrm xmlns:a="http://schemas.openxmlformats.org/drawingml/2006/main">
            <a:off x="8458200" y="2600325"/>
            <a:ext cx="3105150" cy="1743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search_transcript_segments</a:t>
            </a:r>
          </a:p>
          <a:p xmlns:a="http://schemas.openxmlformats.org/drawingml/2006/main">
            <a:r>
              <a:t/>
            </a:r>
          </a:p>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회의록 근거가 부족할 때만</a:t>
            </a:r>
          </a:p>
          <a:p xmlns:a="http://schemas.openxmlformats.org/drawingml/2006/main">
            <a:pPr algn="l">
              <a:defRPr sz="1575" b="0">
                <a:solidFill>
                  <a:srgbClr val="5D6470"/>
                </a:solidFill>
                <a:latin typeface="Malgun Gothic"/>
                <a:ea typeface="Malgun Gothic"/>
                <a:cs typeface="Malgun Gothic"/>
              </a:defRPr>
            </a:pPr>
            <a:r>
              <a:rPr sz="1575" b="0">
                <a:solidFill>
                  <a:srgbClr val="5D6470"/>
                </a:solidFill>
                <a:latin typeface="Malgun Gothic"/>
                <a:ea typeface="Malgun Gothic"/>
                <a:cs typeface="Malgun Gothic"/>
              </a:rPr>
              <a:t>같은 회의 안에서 검색</a:t>
            </a:r>
          </a:p>
        </p:txBody>
      </p:sp>
      <p:sp>
        <p:nvSpPr>
          <p:cNvPr id="16" name="">
            <a:extLst xmlns:a="http://schemas.openxmlformats.org/drawingml/2006/main">
              <a:ext uri="{FF2B5EF4-FFF2-40B4-BE49-F238E27FC236}">
                <a16:creationId xmlns:a16="http://schemas.microsoft.com/office/drawing/2014/main" id="{0785F588-61E9-474A-9423-47F8EBD1C9A2}"/>
              </a:ext>
            </a:extLst>
          </p:cNvPr>
          <p:cNvSpPr>
            <a:spLocks xmlns:a="http://schemas.openxmlformats.org/drawingml/2006/main" noGrp="1"/>
          </p:cNvSpPr>
          <p:nvPr/>
        </p:nvSpPr>
        <p:spPr>
          <a:xfrm xmlns:a="http://schemas.openxmlformats.org/drawingml/2006/main">
            <a:off x="400050" y="4895850"/>
            <a:ext cx="11391900" cy="914400"/>
          </a:xfrm>
          <a:prstGeom xmlns:a="http://schemas.openxmlformats.org/drawingml/2006/main" prst="roundRect">
            <a:avLst>
              <a:gd name="adj" fmla="val 12500"/>
            </a:avLst>
          </a:prstGeom>
          <a:solidFill xmlns:a="http://schemas.openxmlformats.org/drawingml/2006/main">
            <a:srgbClr val="11182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7A4DC73-80DC-46CD-8C6F-6C320A680391}"/>
              </a:ext>
            </a:extLst>
          </p:cNvPr>
          <p:cNvSpPr>
            <a:spLocks xmlns:a="http://schemas.openxmlformats.org/drawingml/2006/main" noGrp="1"/>
          </p:cNvSpPr>
          <p:nvPr/>
        </p:nvSpPr>
        <p:spPr>
          <a:xfrm xmlns:a="http://schemas.openxmlformats.org/drawingml/2006/main">
            <a:off x="666750" y="50958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6DCBF4"/>
                </a:solidFill>
                <a:latin typeface="Malgun Gothic"/>
                <a:ea typeface="Malgun Gothic"/>
                <a:cs typeface="Malgun Gothic"/>
              </a:defRPr>
            </a:pPr>
            <a:r>
              <a:rPr sz="1200" b="1">
                <a:solidFill>
                  <a:srgbClr val="6DCBF4"/>
                </a:solidFill>
                <a:latin typeface="Malgun Gothic"/>
                <a:ea typeface="Malgun Gothic"/>
                <a:cs typeface="Malgun Gothic"/>
              </a:rPr>
              <a:t>SERVER GUARDRAILS</a:t>
            </a:r>
          </a:p>
        </p:txBody>
      </p:sp>
      <p:sp>
        <p:nvSpPr>
          <p:cNvPr id="18" name="">
            <a:extLst xmlns:a="http://schemas.openxmlformats.org/drawingml/2006/main">
              <a:ext uri="{FF2B5EF4-FFF2-40B4-BE49-F238E27FC236}">
                <a16:creationId xmlns:a16="http://schemas.microsoft.com/office/drawing/2014/main" id="{40C0B926-AFEF-48AA-A1F8-AF74933BC23C}"/>
              </a:ext>
            </a:extLst>
          </p:cNvPr>
          <p:cNvSpPr>
            <a:spLocks xmlns:a="http://schemas.openxmlformats.org/drawingml/2006/main" noGrp="1"/>
          </p:cNvSpPr>
          <p:nvPr/>
        </p:nvSpPr>
        <p:spPr>
          <a:xfrm xmlns:a="http://schemas.openxmlformats.org/drawingml/2006/main">
            <a:off x="2905125" y="5086350"/>
            <a:ext cx="8524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인증 사용자·tenant 주입  |  행 단위 권한  |  Prompt Injection 격리  |  감사 로그</a:t>
            </a:r>
          </a:p>
        </p:txBody>
      </p:sp>
      <p:sp>
        <p:nvSpPr>
          <p:cNvPr id="19" name="">
            <a:extLst xmlns:a="http://schemas.openxmlformats.org/drawingml/2006/main">
              <a:ext uri="{FF2B5EF4-FFF2-40B4-BE49-F238E27FC236}">
                <a16:creationId xmlns:a16="http://schemas.microsoft.com/office/drawing/2014/main" id="{FA346F1C-0CBF-4D1B-A00E-BA1050588836}"/>
              </a:ext>
            </a:extLst>
          </p:cNvPr>
          <p:cNvSpPr>
            <a:spLocks xmlns:a="http://schemas.openxmlformats.org/drawingml/2006/main" noGrp="1"/>
          </p:cNvSpPr>
          <p:nvPr/>
        </p:nvSpPr>
        <p:spPr>
          <a:xfrm xmlns:a="http://schemas.openxmlformats.org/drawingml/2006/main">
            <a:off x="666750" y="5476875"/>
            <a:ext cx="1057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D1D5DB"/>
                </a:solidFill>
                <a:latin typeface="Malgun Gothic"/>
                <a:ea typeface="Malgun Gothic"/>
                <a:cs typeface="Malgun Gothic"/>
              </a:defRPr>
            </a:pPr>
            <a:r>
              <a:rPr sz="1350" b="0">
                <a:solidFill>
                  <a:srgbClr val="D1D5DB"/>
                </a:solidFill>
                <a:latin typeface="Malgun Gothic"/>
                <a:ea typeface="Malgun Gothic"/>
                <a:cs typeface="Malgun Gothic"/>
              </a:rPr>
              <a:t>다음 단계: Q&amp;A가 안정된 뒤 preview → 사람 승인 → publish를 별도 Tool로 추가</a:t>
            </a:r>
          </a:p>
        </p:txBody>
      </p:sp>
    </p:spTree>
    <p:extLst>
      <p:ext uri="{BB962C8B-B14F-4D97-AF65-F5344CB8AC3E}">
        <p14:creationId xmlns:p14="http://schemas.microsoft.com/office/powerpoint/2010/main" val="41076810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064BFB-8934-4DD9-AA27-F3E5454772B0}"/>
              </a:ext>
            </a:extLst>
          </p:cNvPr>
          <p:cNvSpPr>
            <a:spLocks xmlns:a="http://schemas.openxmlformats.org/drawingml/2006/main" noGrp="1"/>
          </p:cNvSpPr>
          <p:nvPr/>
        </p:nvSpPr>
        <p:spPr>
          <a:xfrm xmlns:a="http://schemas.openxmlformats.org/drawingml/2006/main">
            <a:off x="400050" y="5238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latin typeface="Malgun Gothic"/>
                <a:ea typeface="Malgun Gothic"/>
                <a:cs typeface="Malgun Gothic"/>
              </a:defRPr>
            </a:pPr>
            <a:r>
              <a:rPr sz="1275" b="1">
                <a:solidFill>
                  <a:srgbClr val="3D8DFF"/>
                </a:solidFill>
                <a:latin typeface="Malgun Gothic"/>
                <a:ea typeface="Malgun Gothic"/>
                <a:cs typeface="Malgun Gothic"/>
              </a:rPr>
              <a:t>핵심 한 문장</a:t>
            </a:r>
          </a:p>
        </p:txBody>
      </p:sp>
      <p:sp>
        <p:nvSpPr>
          <p:cNvPr id="2" name="">
            <a:extLst xmlns:a="http://schemas.openxmlformats.org/drawingml/2006/main">
              <a:ext uri="{FF2B5EF4-FFF2-40B4-BE49-F238E27FC236}">
                <a16:creationId xmlns:a16="http://schemas.microsoft.com/office/drawing/2014/main" id="{C491A9CC-F68F-4734-B7CD-A43642434848}"/>
              </a:ext>
            </a:extLst>
          </p:cNvPr>
          <p:cNvSpPr>
            <a:spLocks xmlns:a="http://schemas.openxmlformats.org/drawingml/2006/main" noGrp="1"/>
          </p:cNvSpPr>
          <p:nvPr/>
        </p:nvSpPr>
        <p:spPr>
          <a:xfrm xmlns:a="http://schemas.openxmlformats.org/drawingml/2006/main">
            <a:off x="400050" y="1333500"/>
            <a:ext cx="1057275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275" b="1">
                <a:solidFill>
                  <a:srgbClr val="000000"/>
                </a:solidFill>
                <a:latin typeface="Malgun Gothic"/>
                <a:ea typeface="Malgun Gothic"/>
                <a:cs typeface="Malgun Gothic"/>
              </a:defRPr>
            </a:pPr>
            <a:r>
              <a:rPr sz="4275" b="1">
                <a:solidFill>
                  <a:srgbClr val="000000"/>
                </a:solidFill>
                <a:latin typeface="Malgun Gothic"/>
                <a:ea typeface="Malgun Gothic"/>
                <a:cs typeface="Malgun Gothic"/>
              </a:rPr>
              <a:t>좋은 Tool은 모델이 쉽게 고르고,</a:t>
            </a:r>
          </a:p>
          <a:p xmlns:a="http://schemas.openxmlformats.org/drawingml/2006/main">
            <a:pPr algn="l">
              <a:defRPr sz="4275" b="1">
                <a:solidFill>
                  <a:srgbClr val="000000"/>
                </a:solidFill>
                <a:latin typeface="Malgun Gothic"/>
                <a:ea typeface="Malgun Gothic"/>
                <a:cs typeface="Malgun Gothic"/>
              </a:defRPr>
            </a:pPr>
            <a:r>
              <a:rPr sz="4275" b="1">
                <a:solidFill>
                  <a:srgbClr val="000000"/>
                </a:solidFill>
                <a:latin typeface="Malgun Gothic"/>
                <a:ea typeface="Malgun Gothic"/>
                <a:cs typeface="Malgun Gothic"/>
              </a:rPr>
              <a:t>서버가 안전하게 거부하며,</a:t>
            </a:r>
          </a:p>
          <a:p xmlns:a="http://schemas.openxmlformats.org/drawingml/2006/main">
            <a:pPr algn="l">
              <a:defRPr sz="4275" b="1">
                <a:solidFill>
                  <a:srgbClr val="000000"/>
                </a:solidFill>
                <a:latin typeface="Malgun Gothic"/>
                <a:ea typeface="Malgun Gothic"/>
                <a:cs typeface="Malgun Gothic"/>
              </a:defRPr>
            </a:pPr>
            <a:r>
              <a:rPr sz="4275" b="1">
                <a:solidFill>
                  <a:srgbClr val="000000"/>
                </a:solidFill>
                <a:latin typeface="Malgun Gothic"/>
                <a:ea typeface="Malgun Gothic"/>
                <a:cs typeface="Malgun Gothic"/>
              </a:rPr>
              <a:t>팀이 실제 결과로 개선할 수 있어야 한다.</a:t>
            </a:r>
          </a:p>
        </p:txBody>
      </p:sp>
      <p:sp>
        <p:nvSpPr>
          <p:cNvPr id="3" name="">
            <a:extLst xmlns:a="http://schemas.openxmlformats.org/drawingml/2006/main">
              <a:ext uri="{FF2B5EF4-FFF2-40B4-BE49-F238E27FC236}">
                <a16:creationId xmlns:a16="http://schemas.microsoft.com/office/drawing/2014/main" id="{1F2E4FCE-1BD4-421E-BC99-8E6587F83B62}"/>
              </a:ext>
            </a:extLst>
          </p:cNvPr>
          <p:cNvSpPr>
            <a:spLocks xmlns:a="http://schemas.openxmlformats.org/drawingml/2006/main" noGrp="1"/>
          </p:cNvSpPr>
          <p:nvPr/>
        </p:nvSpPr>
        <p:spPr>
          <a:xfrm xmlns:a="http://schemas.openxmlformats.org/drawingml/2006/main">
            <a:off x="400050" y="3962400"/>
            <a:ext cx="11391900" cy="1905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912BCB9-47A1-4278-BA97-965570AB5B89}"/>
              </a:ext>
            </a:extLst>
          </p:cNvPr>
          <p:cNvSpPr>
            <a:spLocks xmlns:a="http://schemas.openxmlformats.org/drawingml/2006/main" noGrp="1"/>
          </p:cNvSpPr>
          <p:nvPr/>
        </p:nvSpPr>
        <p:spPr>
          <a:xfrm xmlns:a="http://schemas.openxmlformats.org/drawingml/2006/main">
            <a:off x="400050" y="43338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Malgun Gothic"/>
                <a:ea typeface="Malgun Gothic"/>
                <a:cs typeface="Malgun Gothic"/>
              </a:defRPr>
            </a:pPr>
            <a:r>
              <a:rPr sz="1350" b="1">
                <a:solidFill>
                  <a:srgbClr val="3D8DFF"/>
                </a:solidFill>
                <a:latin typeface="Malgun Gothic"/>
                <a:ea typeface="Malgun Gothic"/>
                <a:cs typeface="Malgun Gothic"/>
              </a:rPr>
              <a:t>다음 실행</a:t>
            </a:r>
          </a:p>
        </p:txBody>
      </p:sp>
      <p:sp>
        <p:nvSpPr>
          <p:cNvPr id="5" name="">
            <a:extLst xmlns:a="http://schemas.openxmlformats.org/drawingml/2006/main">
              <a:ext uri="{FF2B5EF4-FFF2-40B4-BE49-F238E27FC236}">
                <a16:creationId xmlns:a16="http://schemas.microsoft.com/office/drawing/2014/main" id="{A5751616-B438-4291-A72C-92DD3779CD57}"/>
              </a:ext>
            </a:extLst>
          </p:cNvPr>
          <p:cNvSpPr>
            <a:spLocks xmlns:a="http://schemas.openxmlformats.org/drawingml/2006/main" noGrp="1"/>
          </p:cNvSpPr>
          <p:nvPr/>
        </p:nvSpPr>
        <p:spPr>
          <a:xfrm xmlns:a="http://schemas.openxmlformats.org/drawingml/2006/main">
            <a:off x="400050" y="4905375"/>
            <a:ext cx="113919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Malgun Gothic"/>
                <a:ea typeface="Malgun Gothic"/>
                <a:cs typeface="Malgun Gothic"/>
              </a:defRPr>
            </a:pPr>
            <a:r>
              <a:rPr sz="1875" b="1">
                <a:solidFill>
                  <a:srgbClr val="000000"/>
                </a:solidFill>
                <a:latin typeface="Malgun Gothic"/>
                <a:ea typeface="Malgun Gothic"/>
                <a:cs typeface="Malgun Gothic"/>
              </a:rPr>
              <a:t>① 권한 내장 함수  →  ② 읽기 Tool 3개  →  ③ 선택·권한 Evals  →  ④ 실패 기반 개선</a:t>
            </a:r>
          </a:p>
        </p:txBody>
      </p:sp>
      <p:sp>
        <p:nvSpPr>
          <p:cNvPr id="6" name="">
            <a:extLst xmlns:a="http://schemas.openxmlformats.org/drawingml/2006/main">
              <a:ext uri="{FF2B5EF4-FFF2-40B4-BE49-F238E27FC236}">
                <a16:creationId xmlns:a16="http://schemas.microsoft.com/office/drawing/2014/main" id="{883850A6-3A8C-426D-9983-D55AFD888817}"/>
              </a:ext>
            </a:extLst>
          </p:cNvPr>
          <p:cNvSpPr>
            <a:spLocks xmlns:a="http://schemas.openxmlformats.org/drawingml/2006/main" noGrp="1"/>
          </p:cNvSpPr>
          <p:nvPr/>
        </p:nvSpPr>
        <p:spPr>
          <a:xfrm xmlns:a="http://schemas.openxmlformats.org/drawingml/2006/main">
            <a:off x="400050" y="612457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D6470"/>
                </a:solidFill>
                <a:latin typeface="Malgun Gothic"/>
                <a:ea typeface="Malgun Gothic"/>
                <a:cs typeface="Malgun Gothic"/>
              </a:defRPr>
            </a:pPr>
            <a:r>
              <a:rPr sz="1200" b="1">
                <a:solidFill>
                  <a:srgbClr val="5D6470"/>
                </a:solidFill>
                <a:latin typeface="Malgun Gothic"/>
                <a:ea typeface="Malgun Gothic"/>
                <a:cs typeface="Malgun Gothic"/>
              </a:rPr>
              <a:t>THANK YOU</a:t>
            </a:r>
          </a:p>
        </p:txBody>
      </p:sp>
    </p:spTree>
    <p:extLst>
      <p:ext uri="{BB962C8B-B14F-4D97-AF65-F5344CB8AC3E}">
        <p14:creationId xmlns:p14="http://schemas.microsoft.com/office/powerpoint/2010/main" val="14492838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2026-08-12T13:17:57.5380000Z</dcterms:created>
  <dcterms:modified xsi:type="dcterms:W3CDTF">2026-08-12T13:17:57.5380000Z</dcterms:modified>
</coreProperties>
</file>